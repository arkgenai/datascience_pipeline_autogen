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1170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Enterprise Intelligence Platform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521208"/>
            <a:ext cx="1170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Ontology  →  Knowledge Graph  →  Intelligence  →  Autonomous Decisions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0" y="1371600"/>
            <a:ext cx="201168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2029968"/>
            <a:ext cx="201168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2670048"/>
            <a:ext cx="201168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3328416"/>
            <a:ext cx="201168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3986784"/>
            <a:ext cx="201168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4645152"/>
            <a:ext cx="201168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" y="804672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1B3A5C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80467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" y="1463040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1B3A5C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" y="14630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LAYER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" y="2103120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1B3A5C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" y="210312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" y="2761488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3D2B0F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" y="276148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" y="3419856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163A36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" y="341985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LAYER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" y="4078224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2D1B5E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" y="407822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" y="4736592"/>
            <a:ext cx="1280160" cy="566928"/>
          </a:xfrm>
          <a:prstGeom prst="roundRect">
            <a:avLst>
              <a:gd name="adj" fmla="val 8065"/>
            </a:avLst>
          </a:prstGeom>
          <a:solidFill>
            <a:srgbClr val="1B3A5C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" y="47365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SOURCES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26464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26464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60345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8B1A1A"/>
          </a:solidFill>
          <a:ln w="12700">
            <a:solidFill>
              <a:srgbClr val="B342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0345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094226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5C3A10"/>
          </a:solidFill>
          <a:ln w="12700">
            <a:solidFill>
              <a:srgbClr val="846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94226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28107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28107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1988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1988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95869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5869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429750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29750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763631" y="868680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5C3A10"/>
          </a:solidFill>
          <a:ln w="12700">
            <a:solidFill>
              <a:srgbClr val="8462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63631" y="868680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426464" y="152704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26464" y="152704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Assist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4972" y="152704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8B1A1A"/>
          </a:solidFill>
          <a:ln w="12700">
            <a:solidFill>
              <a:srgbClr val="B342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4972" y="152704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Copilot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83480" y="152704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152704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Summary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61988" y="152704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1B3A5C"/>
          </a:solidFill>
          <a:ln w="12700">
            <a:solidFill>
              <a:srgbClr val="43628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1988" y="152704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540496" y="152704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1B3A5C"/>
          </a:solidFill>
          <a:ln w="12700">
            <a:solidFill>
              <a:srgbClr val="43628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0496" y="152704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319004" y="152704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1B3A5C"/>
          </a:solidFill>
          <a:ln w="12700">
            <a:solidFill>
              <a:srgbClr val="43628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19004" y="152704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· MCP 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426464" y="216712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26464" y="216712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4972" y="216712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4972" y="216712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83480" y="216712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5C3A10"/>
          </a:solidFill>
          <a:ln w="12700">
            <a:solidFill>
              <a:srgbClr val="8462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216712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61988" y="216712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1B3A5C"/>
          </a:solidFill>
          <a:ln w="12700">
            <a:solidFill>
              <a:srgbClr val="43628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1988" y="216712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540496" y="216712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1B3A5C"/>
          </a:solidFill>
          <a:ln w="12700">
            <a:solidFill>
              <a:srgbClr val="43628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40496" y="216712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319004" y="2167128"/>
            <a:ext cx="1723644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319004" y="2167128"/>
            <a:ext cx="17236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426464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2E3A5C"/>
          </a:solidFill>
          <a:ln w="12700">
            <a:solidFill>
              <a:srgbClr val="56628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426464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Identity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760345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60345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Relationship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094226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94226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Network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28107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5C3A10"/>
          </a:solidFill>
          <a:ln w="12700">
            <a:solidFill>
              <a:srgbClr val="84623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28107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Predictive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761988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61988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Journey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095869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8B1A1A"/>
          </a:solidFill>
          <a:ln w="12700">
            <a:solidFill>
              <a:srgbClr val="B342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95869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Fraud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429750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429750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Enterprise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763631" y="2825496"/>
            <a:ext cx="1279017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763631" y="2825496"/>
            <a:ext cx="127901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GenAI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417320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17320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306574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06574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195828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95828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085082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85082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974336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5C3A10"/>
          </a:solidFill>
          <a:ln w="12700">
            <a:solidFill>
              <a:srgbClr val="84623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74336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5863590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63590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6752844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8B1A1A"/>
          </a:solidFill>
          <a:ln w="12700">
            <a:solidFill>
              <a:srgbClr val="B342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52844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642098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642098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8531352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531352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9420606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420606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0309860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2E3A5C"/>
          </a:solidFill>
          <a:ln w="12700">
            <a:solidFill>
              <a:srgbClr val="56628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309860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199114" y="3483864"/>
            <a:ext cx="852678" cy="438912"/>
          </a:xfrm>
          <a:prstGeom prst="roundRect">
            <a:avLst>
              <a:gd name="adj" fmla="val 10417"/>
            </a:avLst>
          </a:prstGeom>
          <a:solidFill>
            <a:srgbClr val="8B1A1A"/>
          </a:solidFill>
          <a:ln w="12700">
            <a:solidFill>
              <a:srgbClr val="B342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199114" y="3483864"/>
            <a:ext cx="85267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06990" y="4142232"/>
            <a:ext cx="1567135" cy="438912"/>
          </a:xfrm>
          <a:prstGeom prst="roundRect">
            <a:avLst>
              <a:gd name="adj" fmla="val 10417"/>
            </a:avLst>
          </a:prstGeom>
          <a:solidFill>
            <a:srgbClr val="3A2E7A"/>
          </a:solidFill>
          <a:ln w="12700">
            <a:solidFill>
              <a:srgbClr val="6256A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06990" y="4142232"/>
            <a:ext cx="15671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Models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328989" y="4142232"/>
            <a:ext cx="1567135" cy="438912"/>
          </a:xfrm>
          <a:prstGeom prst="roundRect">
            <a:avLst>
              <a:gd name="adj" fmla="val 10417"/>
            </a:avLst>
          </a:prstGeom>
          <a:solidFill>
            <a:srgbClr val="3A2E7A"/>
          </a:solidFill>
          <a:ln w="12700">
            <a:solidFill>
              <a:srgbClr val="6256A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28989" y="4142232"/>
            <a:ext cx="15671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Models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950988" y="4142232"/>
            <a:ext cx="1567135" cy="438912"/>
          </a:xfrm>
          <a:prstGeom prst="roundRect">
            <a:avLst>
              <a:gd name="adj" fmla="val 10417"/>
            </a:avLst>
          </a:prstGeom>
          <a:solidFill>
            <a:srgbClr val="3A2E7A"/>
          </a:solidFill>
          <a:ln w="12700">
            <a:solidFill>
              <a:srgbClr val="6256A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50988" y="4142232"/>
            <a:ext cx="15671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Vocabulary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7572988" y="4142232"/>
            <a:ext cx="1567135" cy="438912"/>
          </a:xfrm>
          <a:prstGeom prst="roundRect">
            <a:avLst>
              <a:gd name="adj" fmla="val 10417"/>
            </a:avLst>
          </a:prstGeom>
          <a:solidFill>
            <a:srgbClr val="3A2E7A"/>
          </a:solidFill>
          <a:ln w="12700">
            <a:solidFill>
              <a:srgbClr val="6256A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72988" y="4142232"/>
            <a:ext cx="15671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Taxonomies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9194987" y="4142232"/>
            <a:ext cx="1567135" cy="438912"/>
          </a:xfrm>
          <a:prstGeom prst="roundRect">
            <a:avLst>
              <a:gd name="adj" fmla="val 10417"/>
            </a:avLst>
          </a:prstGeom>
          <a:solidFill>
            <a:srgbClr val="3A2E7A"/>
          </a:solidFill>
          <a:ln w="12700">
            <a:solidFill>
              <a:srgbClr val="6256A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194987" y="4142232"/>
            <a:ext cx="15671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Standards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1426464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426464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2612136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612136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797808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797808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4983480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983480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169152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8B1A1A"/>
          </a:solidFill>
          <a:ln w="12700">
            <a:solidFill>
              <a:srgbClr val="B342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69152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7354824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354824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Events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8540496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540496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Centre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726168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2E6B99"/>
          </a:solidFill>
          <a:ln w="12700">
            <a:solidFill>
              <a:srgbClr val="5693C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726168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10911840" y="4800600"/>
            <a:ext cx="1130808" cy="438912"/>
          </a:xfrm>
          <a:prstGeom prst="roundRect">
            <a:avLst>
              <a:gd name="adj" fmla="val 10417"/>
            </a:avLst>
          </a:prstGeom>
          <a:solidFill>
            <a:srgbClr val="1F5C3A"/>
          </a:solidFill>
          <a:ln w="12700">
            <a:solidFill>
              <a:srgbClr val="47846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911840" y="4800600"/>
            <a:ext cx="1130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0" y="6336792"/>
            <a:ext cx="2026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</a:t>
            </a:r>
            <a:endParaRPr lang="en-US" sz="1800" dirty="0"/>
          </a:p>
        </p:txBody>
      </p:sp>
      <p:sp>
        <p:nvSpPr>
          <p:cNvPr id="133" name="Text 131"/>
          <p:cNvSpPr/>
          <p:nvPr/>
        </p:nvSpPr>
        <p:spPr>
          <a:xfrm>
            <a:off x="2026920" y="6336792"/>
            <a:ext cx="2026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40%↓</a:t>
            </a:r>
            <a:endParaRPr lang="en-US" sz="1800" dirty="0"/>
          </a:p>
        </p:txBody>
      </p:sp>
      <p:sp>
        <p:nvSpPr>
          <p:cNvPr id="134" name="Text 132"/>
          <p:cNvSpPr/>
          <p:nvPr/>
        </p:nvSpPr>
        <p:spPr>
          <a:xfrm>
            <a:off x="4053840" y="6336792"/>
            <a:ext cx="2026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800" dirty="0"/>
          </a:p>
        </p:txBody>
      </p:sp>
      <p:sp>
        <p:nvSpPr>
          <p:cNvPr id="135" name="Text 133"/>
          <p:cNvSpPr/>
          <p:nvPr/>
        </p:nvSpPr>
        <p:spPr>
          <a:xfrm>
            <a:off x="6080760" y="6336792"/>
            <a:ext cx="2026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25%↓</a:t>
            </a:r>
            <a:endParaRPr lang="en-US" sz="1800" dirty="0"/>
          </a:p>
        </p:txBody>
      </p:sp>
      <p:sp>
        <p:nvSpPr>
          <p:cNvPr id="136" name="Text 134"/>
          <p:cNvSpPr/>
          <p:nvPr/>
        </p:nvSpPr>
        <p:spPr>
          <a:xfrm>
            <a:off x="8107680" y="6336792"/>
            <a:ext cx="2026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137" name="Text 135"/>
          <p:cNvSpPr/>
          <p:nvPr/>
        </p:nvSpPr>
        <p:spPr>
          <a:xfrm>
            <a:off x="10134600" y="6336792"/>
            <a:ext cx="2026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25%↓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2026-06-22T19:06:02Z</dcterms:created>
  <dcterms:modified xsi:type="dcterms:W3CDTF">2026-06-22T19:06:02Z</dcterms:modified>
</cp:coreProperties>
</file>