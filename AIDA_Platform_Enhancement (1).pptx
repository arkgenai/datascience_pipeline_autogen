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AIDA Platform Enhancement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 for the End-to-End AI Model Lifecycle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76148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1887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2064" y="1536192"/>
            <a:ext cx="24688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Modelling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 for the end-to-end AI model lifecycle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Agent-assisted deployment across model development, approval, and deployment workflows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5C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Develop → OMNI → Deploy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lnSpc>
                <a:spcPct val="105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AI delivery by automating the end-to-end model lifecycle and reducing manual engineering effort.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64408" y="1078992"/>
            <a:ext cx="276148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74136" y="11887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10712" y="1536192"/>
            <a:ext cx="24688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Chat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 for managing AI deployments and operations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deployment, auto-scaling, deployment status, RCA, and operational assistance through chat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5C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Feature Selection, Feature Store reuse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lnSpc>
                <a:spcPct val="105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AI operations through conversational workflows, improving deployment speed and operational efficiency.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078992"/>
            <a:ext cx="276148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2784" y="11887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9360" y="1536192"/>
            <a:ext cx="24688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 Agent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assistant for intelligent pipeline configuration and validation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Auto-configure templates, tables, joins, model scoring, infrastructure, and governance checks before deployment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5C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pipelines and intelligent deployment recommendations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lnSpc>
                <a:spcPct val="105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deployment configuration, reducing errors and enabling faster, compliant production releases.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61704" y="1078992"/>
            <a:ext cx="276148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71432" y="11887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08008" y="1536192"/>
            <a:ext cx="24688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Studio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for building and managing enterprise knowledge graphs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trusted knowledge from structured and unstructured data to power semantic search, RAG, and enterprise AI applications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5C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Graph, Semantic Search &amp; RAG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lnSpc>
                <a:spcPct val="105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trusted enterprise knowledge layer that powers GenAI and data-driven decision making.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276148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98678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2064" y="4334256"/>
            <a:ext cx="24688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Models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framework for developing and operating enterprise AI agents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reusable agent infrastructure with lifecycle management, retrieval, memory, orchestration, and observability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5C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&amp; autonomous workflows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lnSpc>
                <a:spcPct val="105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rapid, governed development and operation of enterprise AI agents at scale.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64408" y="3877056"/>
            <a:ext cx="276148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74136" y="398678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10712" y="4334256"/>
            <a:ext cx="24688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&amp; LLM Fine-Tuning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customization of foundation models for enterprise use cases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pre-trained language models using parameter-efficient fine-tuning techniques for AMEX-specific business domains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5C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fine-tuning, continuous learning &amp; model evaluation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lnSpc>
                <a:spcPct val="105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adoption of enterprise AI by efficiently adapting foundation models to AMEX-specific use cases.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3877056"/>
            <a:ext cx="276148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72784" y="398678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4334256"/>
            <a:ext cx="24688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Training Pipeline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training platform for transformer-based tabular foundation models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validate, package, and continuously improve predictive models using enterprise structured data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5C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AutoML, feature engineering &amp; continuous retraining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lnSpc>
                <a:spcPct val="105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scalable, high-quality predictive AI for structured enterprise data using standardized model training.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61704" y="3877056"/>
            <a:ext cx="276148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71432" y="398678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08008" y="4334256"/>
            <a:ext cx="24688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LLM &amp; TLM Models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for scalable AI model serving and inference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operate LLMs, sLMs, and transformer-based tabular models with optimized serving, scaling, and governance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5C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pPr indent="0" marL="0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routing, cost optimization &amp; intelligent autoscaling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6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lnSpc>
                <a:spcPct val="105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secure, scalable, and reliable deployment of next-generation AI models across the enterprise.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2026-08-03T19:17:52Z</dcterms:created>
  <dcterms:modified xsi:type="dcterms:W3CDTF">2026-08-03T19:17:52Z</dcterms:modified>
</cp:coreProperties>
</file>