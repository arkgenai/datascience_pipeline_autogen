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AIDA Platform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Enhancement Roadmap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Current State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Enhancement Categories (4 Strategic Groups)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3-Phase Roadmap (Q1-Q4 2026)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Key Metrics &amp; Business Case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Next Steps &amp; Success Criteria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AIDA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201168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rot="5400000">
            <a:off x="3017520" y="1234440"/>
            <a:ext cx="320040" cy="365760"/>
          </a:xfrm>
          <a:prstGeom prst="triangle">
            <a:avLst/>
          </a:prstGeom>
          <a:solidFill>
            <a:srgbClr val="1F2937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097280"/>
            <a:ext cx="2011680" cy="6400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APPROVE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5400000">
            <a:off x="5577840" y="1234440"/>
            <a:ext cx="320040" cy="365760"/>
          </a:xfrm>
          <a:prstGeom prst="triangle">
            <a:avLst/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097280"/>
            <a:ext cx="2011680" cy="64008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Components: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(Model Creation) | Model Store (Registry)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(Pipeline Orchestration) | Monitor (coming soon)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Retraining (Champion-Challenger) | Last Mile Logging (Audit)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 9-step deployment process (5+ days per model)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7548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intelligent scheduling (quota management)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51206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Limited model reusability (single-use models)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4864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multi-model support (chaining, ensembling)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Group A: Developer Experience &amp; Automation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</a:rPr>
              <a:t>5 Enhancements → Reduce manual effort by 70-80%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459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Agentic Modeling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9019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Automate full pipeline: Develop → OMNI → Deploy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3317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AIDA Chat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5877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Conversational interface for status, discovery, help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0175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Auto-Pipeline Creation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One-click deployment with auto-scaling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7947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7033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Intelligent Scheduling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9593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Smart quota management for batch inference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3891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Glide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6451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Auto-configure templates, columns, joins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Group B: Model Accuracy &amp;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</a:rPr>
              <a:t>5 Enhancements → Improve predictive power &amp; enable advanced ML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459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Auto Feature Selection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9019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Scan MRMG registry, auto-select relevant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3317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Model Chaining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5877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Multi-stage scoring: Model-A output → Model-B input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0175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Ensemble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Combine predictions, select best/voted output (+3% accuracy)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7947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7033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Prompt Framework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9593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Standardized LLM prompts with versioning &amp; A/B testing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3891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Enhanced Auto-Retraining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6451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Drift-triggered retraining (not just scheduled)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Group C: Operational Efficiency &amp; Reusability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</a:rPr>
              <a:t>3 Enhancements → Reduce redundancy, maximize asset reuse (30-40% cost reduction)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373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Batch Model Hosting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0574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Deploy batch models as live services, enable reuse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Knowledge Graph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9718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Connect features → models → use cases → dependencies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7033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661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Bring Your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8862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Support PyTorch, TF, HuggingFace, custom models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Group D: Platform Extensibility &amp; 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</a:rPr>
              <a:t>4 Enhancements → Future-proof architecture, compliance, enterprise readiness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4592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Monitor Component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9019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Real-time alerts for drift, performance, LML failures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37744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LML Enhancements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6334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Schema validation, compliance audit trails, retention policies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10896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Discover Component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3649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Unified model/use-case discovery with recommendations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84048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Learn Component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0965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ML education platform, best practices, tutorials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Grouping Summary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201168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A: Dev Experience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Automation, Speed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70-80% manual reduction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B: 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Predictive power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+3-5% 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C: Efficiency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Reusability, cost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30-40% cost reduction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D: Governance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Compliance, scale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Enterprise ready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Total: 17 Enhancements | 95 person-weeks | 9-month execution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Roadmap: Q1-Q4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164592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Q1-Q2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Enable Self-Service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64592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Q2-Q3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Intelligent Automation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560320" cy="164592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Q3-Q4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Enterprise Ready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LML, Discover, Scheduling, Glide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+40% velocity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1089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Monitor, Auto Feature Selection, Agentic, Chat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+60% velocity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31089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Chat Full, Knowledge Graph, Bring-Your-Model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+80% velocity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76809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↑ ML Engineer Velocity Increases ↑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 (Q1-Q2 2026)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Goal: Reduce manual toil, empower self-service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LML Enhancements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Monitor 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Compliance 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Discover (DocAI)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Rahul &amp; Yan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Model searchability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Prompt 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LLM governance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Intelligent Scheduling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Cost optimization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Glide 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6x faster config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206240"/>
            <a:ext cx="7315200" cy="73152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343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📊 Deliverable: 80% deployment steps automated | Est. +40% User Velocity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Intelligence (Q2-Q3 2026)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Goal: Enable intelligent automation, advanced ML techniques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Monitor Component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Pranav/Monitor Lead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Real-time observability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Auto Feature Selection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40% faster modeling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Agentic Modeling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Full automation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Model Chaining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Karthik (Deploy)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Multi-stage scoring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AIDA Chat MVP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Self-service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206240"/>
            <a:ext cx="7315200" cy="73152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343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📊 Agentic pipeline, feature selection, multi-model support | Est. +60% Velocity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Scale (Q3-Q4 2026)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Goal: Enterprise model hosting, full platform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Bring Your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AIDA 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Multi-framework support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Knowledge Graph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Dependency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AIDA Chat Full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Full platform intelligence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Enhanced Auto-Retraining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Drift-triggered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Auto-Pipeline Creation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TBD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→ Complete automation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206240"/>
            <a:ext cx="7315200" cy="731520"/>
          </a:xfrm>
          <a:prstGeom prst="roundRect">
            <a:avLst/>
          </a:prstGeom>
          <a:solidFill>
            <a:srgbClr val="F9FAF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343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📊 Full Chat, Knowledge Graph, Multi-model hosting | Est. +80% Velocity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Tracking Success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Time-to-Deploy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days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day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80% faster 🚀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Manual Config Work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5x productivity 📈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Model Reuse 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Reduce duplicates 🔄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Velocity Curve: Q0: 100%  →  Q1-Q2: +40%  →  Q2-Q3: +20% (60% total)  →  Q3-Q4: +20% (80% total)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Strategic Benefits: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80% faster time-to-market for new ML models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5x improvement in ML engineer productivity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30-40% cost reduction via model reuse &amp; efficiency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Higher ML engineer satisfaction &amp; retention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Enterprise-grade governance &amp; MRMG compliance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Investment: ~95 person-weeks | ROI: 6-9 months to breakeven | Ongoing savings: $800K-1.2M/year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by Phase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Glide agent: 30min → 5min (6x speedup)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LML compliance audit passes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30%+ adoption of intelligent scheduling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383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Agentic modeling enables 50% faster deploys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703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AIDA Chat handles 25%+ of routine queries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✓ Model chaining used by 2+ use cases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Closing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1. Stakeholder Review – Present to platform leads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2. Team Assignment – Allocate owners for each block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3. Dependency Mapping – Sequence Phase 1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4. Resource Planning – Secure 7-8 engineers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91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5. KPI Dashboard – Track velocity metrics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AIDA Platform 2026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 for ML Excellence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2026-07-27T03:37:49Z</dcterms:created>
  <dcterms:modified xsi:type="dcterms:W3CDTF">2026-07-27T03:37:49Z</dcterms:modified>
</cp:coreProperties>
</file>