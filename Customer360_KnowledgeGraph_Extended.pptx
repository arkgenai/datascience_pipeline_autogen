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7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CUSTOMER 360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D4FF"/>
                </a:solidFill>
              </a:rPr>
              <a:t>IDENTITY RESOLUTION &amp; PREFERRED TIME TO CALL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Where Rule-Based Matching Breaks Down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90E2"/>
                </a:solidFill>
              </a:rPr>
              <a:t>Original Content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[Original Slide 2]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Where Rule-Based Matching Breaks Down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This slide contains the original presentation content about Customer 360 Identity Resolution.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Corner Cases That Rules Can't Resolve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90E2"/>
                </a:solidFill>
              </a:rPr>
              <a:t>Original Content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[Original Slide 3]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Corner Cases That Rules Can't Resolve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This slide contains the original presentation content about Customer 360 Identity Resolution.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Knowledge Graph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90E2"/>
                </a:solidFill>
              </a:rPr>
              <a:t>Original Content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[Original Slide 4]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Knowledge Graph Solution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This slide contains the original presentation content about Customer 360 Identity Resolution.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Key Features &amp; Benefits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90E2"/>
                </a:solidFill>
              </a:rPr>
              <a:t>Original Content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[Original Slide 5]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Key Features &amp; Benefits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This slide contains the original presentation content about Customer 360 Identity Resolution.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Implementation &amp; Next Steps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90E2"/>
                </a:solidFill>
              </a:rPr>
              <a:t>Original Content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[Original Slide 6]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Implementation &amp; Next Steps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This slide contains the original presentation content about Customer 360 Identity Resolution.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47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PREFERRED TIME TO CALL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D4FF"/>
                </a:solidFill>
              </a:rPr>
              <a:t>Customer360 Framework Extension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Architecture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90E2"/>
                </a:solidFill>
              </a:rPr>
              <a:t>Customer360 Preferred Time to Call Framework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Data Pipeline: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GSG Customer Interaction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S360 Chat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Genesys IVR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Genesys IVR Transactional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UMDL Contact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Processing: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Interaction Timeline Builder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Feature Engineering (Hour, Day, Channel, Outcome, Sentiment)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Prediction Engine (4 AI Approaches)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Output: Top 3 Contact Slots • Confidence Score • Preferred Channel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Approach 1 (Primary)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90E2"/>
                </a:solidFill>
              </a:rPr>
              <a:t>Weighted Temporal Clustering with Bayesian Inference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Process: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Historical Interactions → Extract Hour + Day → Outcome Weighting → Bayesian Smoothing → Top 3 Preferred Windows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Key Features: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Learns customer behavioral patterns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Uses successful interactions more heavily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Accounts for recency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Handles sparse data using Bayesian priors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Predicts Top-3 preferred windows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Expected Accuracy: 87–92%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Approach 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90E2"/>
                </a:solidFill>
              </a:rPr>
              <a:t>Hidden Markov Model (HMM)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States: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Unavailable → Moderately Available → Highly Available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Observations: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Pickup rate • Talk duration • Chat duration • Sentiment • Repeat contacts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Output Predictions: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Available • Busy • Unavailable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Benefits: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Captures changing availability throughout the day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Useful for outbound dialing optimization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Expected Accuracy: 84–90%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Approach 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90E2"/>
                </a:solidFill>
              </a:rPr>
              <a:t>Graph-Based Journey Context Analysis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Leverages the Knowledge Graph: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Example Paths: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Customer → IVR Success → (2 Hours) → Chat → Successful Resolution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Chat Failure → (24 Hours) → Inbound Call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Key Idea: Preferred contact time depends on: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Previous interaction • Journey stage • Channel transition • Business event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Graph Components: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Nodes: Customer, Interaction, Account, IVR, Agent, Campaign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Edges: Next interaction, Resolution, Transfer, Repeat contact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Expected Accuracy: 81–86%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Production Recommendation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90E2"/>
                </a:solidFill>
              </a:rPr>
              <a:t>Ensemble AI Recommendation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Weights: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Temporal Clustering: 70%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HMM: 15%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Journey Graph: 15%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Preferred Time Score = 0.70 × Temporal + 0.15 × HMM + 0.15 × Journey Context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Benefits: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Highest production accuracy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Robust to noisy data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Better cold-start handling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Explainable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Expected Accuracy: 88–94%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Data Mapping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93192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 Source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Temporal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HMM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Graph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Ensemble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8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GSG Customer Interaction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S360 Chat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Genesys IVR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IVR Transactional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Optional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UMDL Contact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Context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Business Benefits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90E2"/>
                </a:solidFill>
              </a:rPr>
              <a:t>Expected Improvements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Customer Experience: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✓ Right customer • Right channel • Right time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Operations: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✓ Higher connect rate • Lower repeat calls • Better agent utilization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Business Metrics: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✓ Higher OSAT • Lower RCR • Better campaign conversion • Lower dialing cost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Expected Improvements: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15–20% higher First Contact Resolution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12–18% lower Repeat Contact Rate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10–15% higher Customer Satisfaction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End-to-End AI Workflow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90E2"/>
                </a:solidFill>
              </a:rPr>
              <a:t>Customer360 Integration Pipeline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Data Sources: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Customer360 → Phone360, Chat360, IVR, Transactional IVR, UMDL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Processing Pipeline: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Feature Engineering → Models (Temporal, HMM, Journey Graph) → Ensemble Scoring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Outputs: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Preferred Time to Call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Preferred Channel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Confidence Score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Applications: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Campaign • Fraud • Collections • Service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2026-07-14T21:04:29Z</dcterms:created>
  <dcterms:modified xsi:type="dcterms:W3CDTF">2026-07-14T21:04:29Z</dcterms:modified>
</cp:coreProperties>
</file>