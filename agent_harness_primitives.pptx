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 primitives behind Claude Code, Codex, and Gemini CLI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one part of the machine. This is the system around it — what it sees, what it can act on, what it remembers, and how it recovers.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1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model behavior before any task begins.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2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model the material it needs to act.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3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actually enters the model's limited attention.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4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model decision into a structured, callable action.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Tool interface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5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environment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where and how a tool call actually runs.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Tool interface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Execution environment 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3648456"/>
            <a:ext cx="1645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6217920" y="4046220"/>
            <a:ext cx="18288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4206240" y="4046220"/>
            <a:ext cx="18288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6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progress and artifacts outside the active prompt.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Tool interface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Execution environment 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3648456"/>
            <a:ext cx="1645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621792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420624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Durable state ]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20242F"/>
          </a:solidFill>
          <a:ln w="9525">
            <a:solidFill>
              <a:srgbClr val="555B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94560" y="4606290"/>
            <a:ext cx="219456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7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lifecycle and movement of work.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Tool interface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Execution environment 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3648456"/>
            <a:ext cx="1645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621792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420624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Durable state ]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94560" y="4606290"/>
            <a:ext cx="219456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641080" y="1508760"/>
            <a:ext cx="1234440" cy="4709160"/>
          </a:xfrm>
          <a:prstGeom prst="roundRect">
            <a:avLst>
              <a:gd name="adj" fmla="val 4444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1581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Orchestration ]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32520" y="1911096"/>
            <a:ext cx="105156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92808" y="1234440"/>
            <a:ext cx="7365492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892808" y="1234440"/>
            <a:ext cx="9144" cy="27432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58300" y="1234440"/>
            <a:ext cx="9144" cy="27432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2286000" y="932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6355080"/>
            <a:ext cx="395478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03520" y="4846320"/>
            <a:ext cx="9144" cy="150876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58300" y="6355080"/>
            <a:ext cx="9144" cy="-13716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389120" y="6446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· approval gates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8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bounded work into parallel attention streams.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Tool interface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Execution environment 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3648456"/>
            <a:ext cx="1645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621792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420624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Durable state ]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94560" y="4606290"/>
            <a:ext cx="219456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641080" y="1508760"/>
            <a:ext cx="1234440" cy="470916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1581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Orchestration ]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32520" y="1911096"/>
            <a:ext cx="105156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92808" y="1234440"/>
            <a:ext cx="7365492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892808" y="1234440"/>
            <a:ext cx="9144" cy="27432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58300" y="1234440"/>
            <a:ext cx="9144" cy="27432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2286000" y="932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6355080"/>
            <a:ext cx="39547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03520" y="4846320"/>
            <a:ext cx="9144" cy="150876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58300" y="6355080"/>
            <a:ext cx="9144" cy="-13716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389120" y="6446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· approval gates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195560" y="16459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87000" y="17190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Delegation ]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287000" y="20482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875520" y="2267712"/>
            <a:ext cx="32004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195560" y="32461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87000" y="33192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Handoffs ]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287000" y="36484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875520" y="3867912"/>
            <a:ext cx="32004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0195560" y="48463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87000" y="49194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Specialists ]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287000" y="52486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875520" y="5468112"/>
            <a:ext cx="32004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9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procedures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reusable operational memory for recurring tasks.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Tool interface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Execution environment 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3648456"/>
            <a:ext cx="1645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621792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420624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Durable state ]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94560" y="4606290"/>
            <a:ext cx="219456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641080" y="1508760"/>
            <a:ext cx="1234440" cy="470916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1581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Orchestration ]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32520" y="1911096"/>
            <a:ext cx="105156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92808" y="1234440"/>
            <a:ext cx="7365492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892808" y="1234440"/>
            <a:ext cx="9144" cy="27432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58300" y="1234440"/>
            <a:ext cx="9144" cy="27432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2286000" y="932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6355080"/>
            <a:ext cx="39547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03520" y="4846320"/>
            <a:ext cx="9144" cy="150876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58300" y="6355080"/>
            <a:ext cx="9144" cy="-13716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389120" y="6446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· approval gates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195560" y="16459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87000" y="17190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Delegation ]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287000" y="20482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875520" y="2267712"/>
            <a:ext cx="32004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195560" y="32461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87000" y="33192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Handoffs ]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287000" y="36484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875520" y="3867912"/>
            <a:ext cx="32004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0195560" y="48463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87000" y="49194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Specialists ]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287000" y="52486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875520" y="5468112"/>
            <a:ext cx="32004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65760" y="914400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914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600200" y="914400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00200" y="914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834640" y="914400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34640" y="914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160520" y="91440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6052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Skills &amp; procedures ]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 flipH="1">
            <a:off x="5120640" y="1261872"/>
            <a:ext cx="228600" cy="246888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5669280" y="1088136"/>
            <a:ext cx="4800600" cy="55778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10  ·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observability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external receipts and records the full execution trace.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788920" cy="594360"/>
          </a:xfrm>
          <a:prstGeom prst="roundRect">
            <a:avLst>
              <a:gd name="adj" fmla="val 923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581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2103120"/>
            <a:ext cx="5422392" cy="114300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23744"/>
            <a:ext cx="2194560" cy="722376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Tool interface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Execution environment 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3648456"/>
            <a:ext cx="1645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621792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4206240" y="4046220"/>
            <a:ext cx="1828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" y="32461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Durable state ]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648456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648456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084320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84320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20184"/>
            <a:ext cx="1645920" cy="381000"/>
          </a:xfrm>
          <a:prstGeom prst="roundRect">
            <a:avLst>
              <a:gd name="adj" fmla="val 9600"/>
            </a:avLst>
          </a:prstGeom>
          <a:solidFill>
            <a:srgbClr val="191B22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20184"/>
            <a:ext cx="1645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94560" y="4606290"/>
            <a:ext cx="219456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641080" y="1508760"/>
            <a:ext cx="1234440" cy="470916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1581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Orchestration ]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32520" y="1911096"/>
            <a:ext cx="1051560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92808" y="1234440"/>
            <a:ext cx="7365492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892808" y="1234440"/>
            <a:ext cx="9144" cy="27432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58300" y="1234440"/>
            <a:ext cx="9144" cy="27432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2286000" y="932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6355080"/>
            <a:ext cx="395478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03520" y="4846320"/>
            <a:ext cx="9144" cy="150876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58300" y="6355080"/>
            <a:ext cx="9144" cy="-137160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389120" y="6446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· approval gates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195560" y="16459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87000" y="17190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Delegation ]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287000" y="20482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875520" y="2267712"/>
            <a:ext cx="32004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195560" y="32461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87000" y="33192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Handoffs ]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287000" y="36484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875520" y="3867912"/>
            <a:ext cx="32004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0195560" y="48463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87000" y="49194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Specialists ]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287000" y="5248656"/>
            <a:ext cx="1508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loop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875520" y="5468112"/>
            <a:ext cx="320040" cy="914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65760" y="914400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914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600200" y="914400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00200" y="914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834640" y="914400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34640" y="914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160520" y="91440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2151C"/>
          </a:solidFill>
          <a:ln w="9525">
            <a:solidFill>
              <a:srgbClr val="3A41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6052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Skills &amp; procedures ]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 flipH="1">
            <a:off x="5120640" y="1261872"/>
            <a:ext cx="228600" cy="246888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5669280" y="1088136"/>
            <a:ext cx="4800600" cy="557784"/>
          </a:xfrm>
          <a:prstGeom prst="line">
            <a:avLst/>
          </a:prstGeom>
          <a:noFill/>
          <a:ln w="95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365760" y="539496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builds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874520" y="5394960"/>
            <a:ext cx="4480560" cy="548640"/>
          </a:xfrm>
          <a:prstGeom prst="roundRect">
            <a:avLst>
              <a:gd name="adj" fmla="val 10000"/>
            </a:avLst>
          </a:prstGeom>
          <a:solidFill>
            <a:srgbClr val="181B24"/>
          </a:solidFill>
          <a:ln w="22225">
            <a:solidFill>
              <a:srgbClr val="F2A62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965960" y="5468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Verification &amp; observability ]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492240" y="539496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92240" y="53949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498080" y="5394960"/>
            <a:ext cx="1051560" cy="548640"/>
          </a:xfrm>
          <a:prstGeom prst="roundRect">
            <a:avLst>
              <a:gd name="adj" fmla="val 8333"/>
            </a:avLst>
          </a:prstGeom>
          <a:solidFill>
            <a:srgbClr val="181B24"/>
          </a:solidFill>
          <a:ln w="19050">
            <a:solidFill>
              <a:srgbClr val="F2A62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98080" y="53949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dashboards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303520" y="4846320"/>
            <a:ext cx="9144" cy="548640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1737360" y="5669280"/>
            <a:ext cx="13716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6355080" y="5669280"/>
            <a:ext cx="137160" cy="9144"/>
          </a:xfrm>
          <a:prstGeom prst="line">
            <a:avLst/>
          </a:prstGeom>
          <a:noFill/>
          <a:ln w="19050">
            <a:solidFill>
              <a:srgbClr val="F2A62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RATCHET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evolution: recorded failures become structural infrastructure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73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Instructions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920" y="160020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673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delivery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60020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673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Context management 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160020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673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Tool interface 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46920" y="160020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8360" y="1673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Execution environment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Durable state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Orchestration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Subagents 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Skills &amp; procedures 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4692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2151C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Verification &amp; observability 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1371600"/>
            <a:ext cx="11521440" cy="9144"/>
          </a:xfrm>
          <a:prstGeom prst="line">
            <a:avLst/>
          </a:prstGeom>
          <a:noFill/>
          <a:ln w="31750">
            <a:solidFill>
              <a:srgbClr val="F2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95760" y="1371600"/>
            <a:ext cx="9144" cy="4160520"/>
          </a:xfrm>
          <a:prstGeom prst="line">
            <a:avLst/>
          </a:prstGeom>
          <a:noFill/>
          <a:ln w="317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74320" y="5532120"/>
            <a:ext cx="11521440" cy="9144"/>
          </a:xfrm>
          <a:prstGeom prst="line">
            <a:avLst/>
          </a:prstGeom>
          <a:noFill/>
          <a:ln w="31750">
            <a:solidFill>
              <a:srgbClr val="F2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371600"/>
            <a:ext cx="9144" cy="4160520"/>
          </a:xfrm>
          <a:prstGeom prst="line">
            <a:avLst/>
          </a:prstGeom>
          <a:noFill/>
          <a:ln w="31750">
            <a:solidFill>
              <a:srgbClr val="F2A62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02920" y="5715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repeated context miss becomes a retrieval rule. A dangerous command becomes a permission gate. A recurring correction becomes a skill. The next run starts from a better place than the last.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DIAGNOSTIC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asking if the model failed. Ask which layer ran out of road.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114800" cy="621792"/>
          </a:xfrm>
          <a:prstGeom prst="rect">
            <a:avLst/>
          </a:prstGeom>
          <a:solidFill>
            <a:srgbClr val="181B24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failure mode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17720" y="1417320"/>
            <a:ext cx="2834640" cy="621792"/>
          </a:xfrm>
          <a:prstGeom prst="rect">
            <a:avLst/>
          </a:prstGeom>
          <a:solidFill>
            <a:srgbClr val="181B24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4173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primitive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417320"/>
            <a:ext cx="4297680" cy="621792"/>
          </a:xfrm>
          <a:prstGeom prst="rect">
            <a:avLst/>
          </a:prstGeom>
          <a:solidFill>
            <a:srgbClr val="181B24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4173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411480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3911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guessed the project rules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2039112"/>
            <a:ext cx="283464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03911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/ context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2039112"/>
            <a:ext cx="429768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0391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repo guidelines into the prompt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660904"/>
            <a:ext cx="411480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6090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window exceeded or noisy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2660904"/>
            <a:ext cx="283464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66090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660904"/>
            <a:ext cx="429768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66090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retrieval / compaction layer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282696"/>
            <a:ext cx="411480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826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wiped the wrong directory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17720" y="3282696"/>
            <a:ext cx="283464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28269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environment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52360" y="3282696"/>
            <a:ext cx="429768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328269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worktree; bound permissions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904488"/>
            <a:ext cx="411480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044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forgot its plan halfway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17720" y="3904488"/>
            <a:ext cx="283464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044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state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52360" y="3904488"/>
            <a:ext cx="429768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checkpoints outside the context window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4526280"/>
            <a:ext cx="411480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5262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hung waiting on a human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17720" y="4526280"/>
            <a:ext cx="283464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5262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52360" y="4526280"/>
            <a:ext cx="4297680" cy="621792"/>
          </a:xfrm>
          <a:prstGeom prst="rect">
            <a:avLst/>
          </a:prstGeom>
          <a:solidFill>
            <a:srgbClr val="0F111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5262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lifecycle hooks and approval gates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5148072"/>
            <a:ext cx="411480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1480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bug repeated across 5 sessions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17720" y="5148072"/>
            <a:ext cx="283464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51480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evolution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52360" y="5148072"/>
            <a:ext cx="4297680" cy="621792"/>
          </a:xfrm>
          <a:prstGeom prst="rect">
            <a:avLst/>
          </a:prstGeom>
          <a:solidFill>
            <a:srgbClr val="12151C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5148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trace into a reusable skill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2026-07-21T19:24:41Z</dcterms:created>
  <dcterms:modified xsi:type="dcterms:W3CDTF">2026-07-21T19:24:41Z</dcterms:modified>
</cp:coreProperties>
</file>