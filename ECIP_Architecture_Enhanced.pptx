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30810"/>
          </a:solidFill>
          <a:ln w="12700">
            <a:solidFill>
              <a:srgbClr val="0308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548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CUSTOMER INTELLIGENCE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4592" y="347472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Ontology → Knowledge Graph → Intelligence → Decisions → Business Value   |   Security · Governance · Compliance · Observability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64592" y="658368"/>
            <a:ext cx="6748272" cy="475488"/>
          </a:xfrm>
          <a:prstGeom prst="roundRect">
            <a:avLst>
              <a:gd name="adj" fmla="val 7692"/>
            </a:avLst>
          </a:prstGeom>
          <a:solidFill>
            <a:srgbClr val="0E2240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58368"/>
            <a:ext cx="1078992" cy="475488"/>
          </a:xfrm>
          <a:prstGeom prst="roundRect">
            <a:avLst>
              <a:gd name="adj" fmla="val 7692"/>
            </a:avLst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658368"/>
            <a:ext cx="73152" cy="475488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5836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289304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D3D6B">
              <a:alpha val="82000"/>
            </a:srgbClr>
          </a:solidFill>
          <a:ln w="5080">
            <a:solidFill>
              <a:srgbClr val="0D3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9304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852117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52117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414930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6B1414">
              <a:alpha val="82000"/>
            </a:srgbClr>
          </a:solidFill>
          <a:ln w="5080">
            <a:solidFill>
              <a:srgbClr val="6B1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930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977744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7744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540557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0557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103370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03370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666183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6183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228996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8996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791810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91810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354623" y="704088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A3250">
              <a:alpha val="82000"/>
            </a:srgbClr>
          </a:solidFill>
          <a:ln w="5080">
            <a:solidFill>
              <a:srgbClr val="0A32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4623" y="704088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164592" y="1179576"/>
            <a:ext cx="6748272" cy="475488"/>
          </a:xfrm>
          <a:prstGeom prst="roundRect">
            <a:avLst>
              <a:gd name="adj" fmla="val 7692"/>
            </a:avLst>
          </a:prstGeom>
          <a:solidFill>
            <a:srgbClr val="0A1E3C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" y="1179576"/>
            <a:ext cx="1078992" cy="475488"/>
          </a:xfrm>
          <a:prstGeom prst="roundRect">
            <a:avLst>
              <a:gd name="adj" fmla="val 7692"/>
            </a:avLst>
          </a:prstGeom>
          <a:solidFill>
            <a:srgbClr val="174E7A"/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" y="1179576"/>
            <a:ext cx="73152" cy="475488"/>
          </a:xfrm>
          <a:prstGeom prst="rect">
            <a:avLst/>
          </a:prstGeom>
          <a:solidFill>
            <a:srgbClr val="174E7A"/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1179576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289304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9304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852117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6B1414">
              <a:alpha val="82000"/>
            </a:srgbClr>
          </a:solidFill>
          <a:ln w="5080">
            <a:solidFill>
              <a:srgbClr val="6B14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52117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414930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14930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977744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7744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540557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0557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103370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03370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666183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6183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228996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28996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791810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0D3D6B">
              <a:alpha val="82000"/>
            </a:srgbClr>
          </a:solidFill>
          <a:ln w="5080">
            <a:solidFill>
              <a:srgbClr val="0D3D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91810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354623" y="1225296"/>
            <a:ext cx="530809" cy="384048"/>
          </a:xfrm>
          <a:prstGeom prst="roundRect">
            <a:avLst>
              <a:gd name="adj" fmla="val 7143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4623" y="1225296"/>
            <a:ext cx="5308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64592" y="1700784"/>
            <a:ext cx="6748272" cy="512064"/>
          </a:xfrm>
          <a:prstGeom prst="roundRect">
            <a:avLst>
              <a:gd name="adj" fmla="val 7143"/>
            </a:avLst>
          </a:prstGeom>
          <a:solidFill>
            <a:srgbClr val="081832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4592" y="1700784"/>
            <a:ext cx="1078992" cy="512064"/>
          </a:xfrm>
          <a:prstGeom prst="roundRect">
            <a:avLst>
              <a:gd name="adj" fmla="val 7143"/>
            </a:avLst>
          </a:prstGeom>
          <a:solidFill>
            <a:srgbClr val="0A5230"/>
          </a:solidFill>
          <a:ln w="12700">
            <a:solidFill>
              <a:srgbClr val="0A52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70432" y="1700784"/>
            <a:ext cx="73152" cy="512064"/>
          </a:xfrm>
          <a:prstGeom prst="rect">
            <a:avLst/>
          </a:prstGeom>
          <a:solidFill>
            <a:srgbClr val="0A5230"/>
          </a:solidFill>
          <a:ln w="12700">
            <a:solidFill>
              <a:srgbClr val="0A52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1700784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289304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89304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992820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92820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696337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96337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/ NBO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3399853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99853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103370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03370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Orch.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4806887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06887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5510403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10403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6213920" y="1746504"/>
            <a:ext cx="671513" cy="420624"/>
          </a:xfrm>
          <a:prstGeom prst="roundRect">
            <a:avLst>
              <a:gd name="adj" fmla="val 6522"/>
            </a:avLst>
          </a:prstGeom>
          <a:solidFill>
            <a:srgbClr val="6B1414">
              <a:alpha val="82000"/>
            </a:srgbClr>
          </a:solidFill>
          <a:ln w="5080">
            <a:solidFill>
              <a:srgbClr val="6B141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3920" y="1746504"/>
            <a:ext cx="67151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164592" y="2258568"/>
            <a:ext cx="6748272" cy="530352"/>
          </a:xfrm>
          <a:prstGeom prst="roundRect">
            <a:avLst>
              <a:gd name="adj" fmla="val 6897"/>
            </a:avLst>
          </a:prstGeom>
          <a:solidFill>
            <a:srgbClr val="07152C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4592" y="2258568"/>
            <a:ext cx="1078992" cy="530352"/>
          </a:xfrm>
          <a:prstGeom prst="roundRect">
            <a:avLst>
              <a:gd name="adj" fmla="val 6897"/>
            </a:avLst>
          </a:prstGeom>
          <a:solidFill>
            <a:srgbClr val="38237A"/>
          </a:solidFill>
          <a:ln w="12700">
            <a:solidFill>
              <a:srgbClr val="3823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70432" y="2258568"/>
            <a:ext cx="73152" cy="530352"/>
          </a:xfrm>
          <a:prstGeom prst="rect">
            <a:avLst/>
          </a:prstGeom>
          <a:solidFill>
            <a:srgbClr val="38237A"/>
          </a:solidFill>
          <a:ln w="12700">
            <a:solidFill>
              <a:srgbClr val="3823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2258568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289304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89304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1914652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6B1414">
              <a:alpha val="82000"/>
            </a:srgbClr>
          </a:solidFill>
          <a:ln w="5080">
            <a:solidFill>
              <a:srgbClr val="6B141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14652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GNN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2540000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40000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3165348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65348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3790696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90696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4416044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16044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041392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41392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666740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66740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6292088" y="2304288"/>
            <a:ext cx="593344" cy="438912"/>
          </a:xfrm>
          <a:prstGeom prst="roundRect">
            <a:avLst>
              <a:gd name="adj" fmla="val 6250"/>
            </a:avLst>
          </a:prstGeom>
          <a:solidFill>
            <a:srgbClr val="0A3250">
              <a:alpha val="82000"/>
            </a:srgbClr>
          </a:solidFill>
          <a:ln w="5080">
            <a:solidFill>
              <a:srgbClr val="0A32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92088" y="2304288"/>
            <a:ext cx="593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164592" y="2834640"/>
            <a:ext cx="6748272" cy="493776"/>
          </a:xfrm>
          <a:prstGeom prst="roundRect">
            <a:avLst>
              <a:gd name="adj" fmla="val 7407"/>
            </a:avLst>
          </a:prstGeom>
          <a:solidFill>
            <a:srgbClr val="060F24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64592" y="2834640"/>
            <a:ext cx="1078992" cy="493776"/>
          </a:xfrm>
          <a:prstGeom prst="roundRect">
            <a:avLst>
              <a:gd name="adj" fmla="val 7407"/>
            </a:avLst>
          </a:prstGeom>
          <a:solidFill>
            <a:srgbClr val="0A5C5C"/>
          </a:solidFill>
          <a:ln w="12700">
            <a:solidFill>
              <a:srgbClr val="0A5C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70432" y="2834640"/>
            <a:ext cx="73152" cy="493776"/>
          </a:xfrm>
          <a:prstGeom prst="rect">
            <a:avLst/>
          </a:prstGeom>
          <a:solidFill>
            <a:srgbClr val="0A5C5C"/>
          </a:solidFill>
          <a:ln w="12700">
            <a:solidFill>
              <a:srgbClr val="0A5C5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82880" y="2834640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1289304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0D3D6B">
              <a:alpha val="82000"/>
            </a:srgbClr>
          </a:solidFill>
          <a:ln w="5080">
            <a:solidFill>
              <a:srgbClr val="0D3D6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289304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1852117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852117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414930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14930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2977744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977744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3540557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540557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4103370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103370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4666183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666183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5228996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28996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5791810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0D3D6B">
              <a:alpha val="82000"/>
            </a:srgbClr>
          </a:solidFill>
          <a:ln w="5080">
            <a:solidFill>
              <a:srgbClr val="0D3D6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791810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6354623" y="2880360"/>
            <a:ext cx="530809" cy="402336"/>
          </a:xfrm>
          <a:prstGeom prst="roundRect">
            <a:avLst>
              <a:gd name="adj" fmla="val 6818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354623" y="2880360"/>
            <a:ext cx="5308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164592" y="3374136"/>
            <a:ext cx="6748272" cy="457200"/>
          </a:xfrm>
          <a:prstGeom prst="roundRect">
            <a:avLst>
              <a:gd name="adj" fmla="val 8000"/>
            </a:avLst>
          </a:prstGeom>
          <a:solidFill>
            <a:srgbClr val="050D1E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64592" y="3374136"/>
            <a:ext cx="1078992" cy="457200"/>
          </a:xfrm>
          <a:prstGeom prst="roundRect">
            <a:avLst>
              <a:gd name="adj" fmla="val 8000"/>
            </a:avLst>
          </a:prstGeom>
          <a:solidFill>
            <a:srgbClr val="5A3010"/>
          </a:solidFill>
          <a:ln w="12700">
            <a:solidFill>
              <a:srgbClr val="5A301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70432" y="3374136"/>
            <a:ext cx="73152" cy="457200"/>
          </a:xfrm>
          <a:prstGeom prst="rect">
            <a:avLst/>
          </a:prstGeom>
          <a:solidFill>
            <a:srgbClr val="5A3010"/>
          </a:solidFill>
          <a:ln w="12700">
            <a:solidFill>
              <a:srgbClr val="5A301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82880" y="337413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1289304" y="3419856"/>
            <a:ext cx="772015" cy="365760"/>
          </a:xfrm>
          <a:prstGeom prst="roundRect">
            <a:avLst>
              <a:gd name="adj" fmla="val 7500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289304" y="3419856"/>
            <a:ext cx="77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2093323" y="3419856"/>
            <a:ext cx="772015" cy="365760"/>
          </a:xfrm>
          <a:prstGeom prst="roundRect">
            <a:avLst>
              <a:gd name="adj" fmla="val 7500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093323" y="3419856"/>
            <a:ext cx="77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2897342" y="3419856"/>
            <a:ext cx="772015" cy="365760"/>
          </a:xfrm>
          <a:prstGeom prst="roundRect">
            <a:avLst>
              <a:gd name="adj" fmla="val 7500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897342" y="3419856"/>
            <a:ext cx="77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3701361" y="3419856"/>
            <a:ext cx="772015" cy="365760"/>
          </a:xfrm>
          <a:prstGeom prst="roundRect">
            <a:avLst>
              <a:gd name="adj" fmla="val 7500"/>
            </a:avLst>
          </a:prstGeom>
          <a:solidFill>
            <a:srgbClr val="6B1414">
              <a:alpha val="82000"/>
            </a:srgbClr>
          </a:solidFill>
          <a:ln w="5080">
            <a:solidFill>
              <a:srgbClr val="6B141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01361" y="3419856"/>
            <a:ext cx="77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4505379" y="3419856"/>
            <a:ext cx="772015" cy="365760"/>
          </a:xfrm>
          <a:prstGeom prst="roundRect">
            <a:avLst>
              <a:gd name="adj" fmla="val 7500"/>
            </a:avLst>
          </a:prstGeom>
          <a:solidFill>
            <a:srgbClr val="C49010"/>
          </a:solidFill>
          <a:ln w="19050">
            <a:solidFill>
              <a:srgbClr val="C4901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505379" y="3419856"/>
            <a:ext cx="77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5309398" y="3419856"/>
            <a:ext cx="772015" cy="365760"/>
          </a:xfrm>
          <a:prstGeom prst="roundRect">
            <a:avLst>
              <a:gd name="adj" fmla="val 7500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309398" y="3419856"/>
            <a:ext cx="77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6113417" y="3419856"/>
            <a:ext cx="772015" cy="365760"/>
          </a:xfrm>
          <a:prstGeom prst="roundRect">
            <a:avLst>
              <a:gd name="adj" fmla="val 7500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113417" y="3419856"/>
            <a:ext cx="77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Householding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164592" y="3877056"/>
            <a:ext cx="6748272" cy="438912"/>
          </a:xfrm>
          <a:prstGeom prst="roundRect">
            <a:avLst>
              <a:gd name="adj" fmla="val 8333"/>
            </a:avLst>
          </a:prstGeom>
          <a:solidFill>
            <a:srgbClr val="040B1A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4592" y="3877056"/>
            <a:ext cx="1078992" cy="438912"/>
          </a:xfrm>
          <a:prstGeom prst="roundRect">
            <a:avLst>
              <a:gd name="adj" fmla="val 8333"/>
            </a:avLst>
          </a:prstGeom>
          <a:solidFill>
            <a:srgbClr val="4A1E78"/>
          </a:solidFill>
          <a:ln w="12700">
            <a:solidFill>
              <a:srgbClr val="4A1E7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170432" y="3877056"/>
            <a:ext cx="73152" cy="438912"/>
          </a:xfrm>
          <a:prstGeom prst="rect">
            <a:avLst/>
          </a:prstGeom>
          <a:solidFill>
            <a:srgbClr val="4A1E78"/>
          </a:solidFill>
          <a:ln w="12700">
            <a:solidFill>
              <a:srgbClr val="4A1E7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82880" y="3877056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1289304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4A1E78">
              <a:alpha val="82000"/>
            </a:srgbClr>
          </a:solidFill>
          <a:ln w="5080">
            <a:solidFill>
              <a:srgbClr val="4A1E7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289304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1800952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4A1E78">
              <a:alpha val="82000"/>
            </a:srgbClr>
          </a:solidFill>
          <a:ln w="5080">
            <a:solidFill>
              <a:srgbClr val="4A1E7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800952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2312601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4A1E78">
              <a:alpha val="82000"/>
            </a:srgbClr>
          </a:solidFill>
          <a:ln w="5080">
            <a:solidFill>
              <a:srgbClr val="4A1E7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312601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2824249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4A1E78">
              <a:alpha val="82000"/>
            </a:srgbClr>
          </a:solidFill>
          <a:ln w="5080">
            <a:solidFill>
              <a:srgbClr val="4A1E7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824249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3335897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0D3D6B">
              <a:alpha val="82000"/>
            </a:srgbClr>
          </a:solidFill>
          <a:ln w="5080">
            <a:solidFill>
              <a:srgbClr val="0D3D6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335897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3847546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847546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4359194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4A1E78">
              <a:alpha val="82000"/>
            </a:srgbClr>
          </a:solidFill>
          <a:ln w="5080">
            <a:solidFill>
              <a:srgbClr val="4A1E7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359194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4870843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6B1414">
              <a:alpha val="82000"/>
            </a:srgbClr>
          </a:solidFill>
          <a:ln w="5080">
            <a:solidFill>
              <a:srgbClr val="6B141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870843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5382491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0A5230">
              <a:alpha val="82000"/>
            </a:srgbClr>
          </a:solidFill>
          <a:ln w="5080">
            <a:solidFill>
              <a:srgbClr val="0A523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382491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5894139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894139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6405788" y="3922776"/>
            <a:ext cx="479644" cy="347472"/>
          </a:xfrm>
          <a:prstGeom prst="roundRect">
            <a:avLst>
              <a:gd name="adj" fmla="val 7895"/>
            </a:avLst>
          </a:prstGeom>
          <a:solidFill>
            <a:srgbClr val="0A3250">
              <a:alpha val="82000"/>
            </a:srgbClr>
          </a:solidFill>
          <a:ln w="5080">
            <a:solidFill>
              <a:srgbClr val="0A325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405788" y="3922776"/>
            <a:ext cx="4796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164592" y="4361688"/>
            <a:ext cx="6748272" cy="402336"/>
          </a:xfrm>
          <a:prstGeom prst="roundRect">
            <a:avLst>
              <a:gd name="adj" fmla="val 9091"/>
            </a:avLst>
          </a:prstGeom>
          <a:solidFill>
            <a:srgbClr val="030910"/>
          </a:solidFill>
          <a:ln w="6350">
            <a:solidFill>
              <a:srgbClr val="16284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64592" y="4361688"/>
            <a:ext cx="1078992" cy="402336"/>
          </a:xfrm>
          <a:prstGeom prst="roundRect">
            <a:avLst>
              <a:gd name="adj" fmla="val 9091"/>
            </a:avLst>
          </a:prstGeom>
          <a:solidFill>
            <a:srgbClr val="0A3250"/>
          </a:solidFill>
          <a:ln w="12700">
            <a:solidFill>
              <a:srgbClr val="0A32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70432" y="4361688"/>
            <a:ext cx="73152" cy="402336"/>
          </a:xfrm>
          <a:prstGeom prst="rect">
            <a:avLst/>
          </a:prstGeom>
          <a:solidFill>
            <a:srgbClr val="0A3250"/>
          </a:solidFill>
          <a:ln w="12700">
            <a:solidFill>
              <a:srgbClr val="0A325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82880" y="436168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289304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0A3250">
              <a:alpha val="82000"/>
            </a:srgbClr>
          </a:solidFill>
          <a:ln w="5080">
            <a:solidFill>
              <a:srgbClr val="0A325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289304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1800952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0D3D6B">
              <a:alpha val="82000"/>
            </a:srgbClr>
          </a:solidFill>
          <a:ln w="5080">
            <a:solidFill>
              <a:srgbClr val="0D3D6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800952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2312601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0D3D6B">
              <a:alpha val="82000"/>
            </a:srgbClr>
          </a:solidFill>
          <a:ln w="5080">
            <a:solidFill>
              <a:srgbClr val="0D3D6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312601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2824249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174E7A">
              <a:alpha val="82000"/>
            </a:srgbClr>
          </a:solidFill>
          <a:ln w="5080">
            <a:solidFill>
              <a:srgbClr val="174E7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824249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3335897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335897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3847546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0A3250">
              <a:alpha val="82000"/>
            </a:srgbClr>
          </a:solidFill>
          <a:ln w="5080">
            <a:solidFill>
              <a:srgbClr val="0A325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3847546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4359194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0A3250">
              <a:alpha val="82000"/>
            </a:srgbClr>
          </a:solidFill>
          <a:ln w="5080">
            <a:solidFill>
              <a:srgbClr val="0A325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359194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4870843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5A3010">
              <a:alpha val="82000"/>
            </a:srgbClr>
          </a:solidFill>
          <a:ln w="5080">
            <a:solidFill>
              <a:srgbClr val="5A301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870843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5382491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6B1414">
              <a:alpha val="82000"/>
            </a:srgbClr>
          </a:solidFill>
          <a:ln w="5080">
            <a:solidFill>
              <a:srgbClr val="6B1414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382491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5894139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0A5C5C">
              <a:alpha val="82000"/>
            </a:srgbClr>
          </a:solidFill>
          <a:ln w="5080">
            <a:solidFill>
              <a:srgbClr val="0A5C5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894139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6405788" y="4407408"/>
            <a:ext cx="479644" cy="310896"/>
          </a:xfrm>
          <a:prstGeom prst="roundRect">
            <a:avLst>
              <a:gd name="adj" fmla="val 8824"/>
            </a:avLst>
          </a:prstGeom>
          <a:solidFill>
            <a:srgbClr val="38237A">
              <a:alpha val="82000"/>
            </a:srgbClr>
          </a:solidFill>
          <a:ln w="5080">
            <a:solidFill>
              <a:srgbClr val="38237A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405788" y="4407408"/>
            <a:ext cx="479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650" dirty="0"/>
          </a:p>
        </p:txBody>
      </p:sp>
      <p:sp>
        <p:nvSpPr>
          <p:cNvPr id="189" name="Shape 187"/>
          <p:cNvSpPr/>
          <p:nvPr/>
        </p:nvSpPr>
        <p:spPr>
          <a:xfrm>
            <a:off x="3438144" y="1124712"/>
            <a:ext cx="20116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10800000">
            <a:off x="3401568" y="1106424"/>
            <a:ext cx="274320" cy="91440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438144" y="1645920"/>
            <a:ext cx="20116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10800000">
            <a:off x="3401568" y="1627632"/>
            <a:ext cx="274320" cy="91440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438144" y="2203704"/>
            <a:ext cx="20116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10800000">
            <a:off x="3401568" y="2185416"/>
            <a:ext cx="274320" cy="91440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438144" y="2779776"/>
            <a:ext cx="20116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10800000">
            <a:off x="3401568" y="2761488"/>
            <a:ext cx="274320" cy="91440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438144" y="3319272"/>
            <a:ext cx="20116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10800000">
            <a:off x="3401568" y="3300984"/>
            <a:ext cx="274320" cy="91440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438144" y="3822192"/>
            <a:ext cx="20116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10800000">
            <a:off x="3401568" y="3803904"/>
            <a:ext cx="274320" cy="91440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438144" y="4306824"/>
            <a:ext cx="20116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10800000">
            <a:off x="3401568" y="4288536"/>
            <a:ext cx="274320" cy="91440"/>
          </a:xfrm>
          <a:prstGeom prst="triangl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967728" y="658368"/>
            <a:ext cx="512064" cy="4242816"/>
          </a:xfrm>
          <a:prstGeom prst="roundRect">
            <a:avLst>
              <a:gd name="adj" fmla="val 8929"/>
            </a:avLst>
          </a:prstGeom>
          <a:solidFill>
            <a:srgbClr val="4A1060"/>
          </a:solidFill>
          <a:ln w="6350">
            <a:solidFill>
              <a:srgbClr val="E8B4FF">
                <a:alpha val="4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967728" y="658368"/>
            <a:ext cx="512064" cy="292608"/>
          </a:xfrm>
          <a:prstGeom prst="roundRect">
            <a:avLst>
              <a:gd name="adj" fmla="val 15625"/>
            </a:avLst>
          </a:prstGeom>
          <a:solidFill>
            <a:srgbClr val="4A1060"/>
          </a:solidFill>
          <a:ln w="6350">
            <a:solidFill>
              <a:srgbClr val="E8B4FF">
                <a:alpha val="6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967728" y="822960"/>
            <a:ext cx="512064" cy="128016"/>
          </a:xfrm>
          <a:prstGeom prst="rect">
            <a:avLst/>
          </a:prstGeom>
          <a:solidFill>
            <a:srgbClr val="4A1060"/>
          </a:solidFill>
          <a:ln w="12700">
            <a:solidFill>
              <a:srgbClr val="4A106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967728" y="67665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7004304" y="96926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995160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600" dirty="0"/>
          </a:p>
        </p:txBody>
      </p:sp>
      <p:sp>
        <p:nvSpPr>
          <p:cNvPr id="209" name="Shape 207"/>
          <p:cNvSpPr/>
          <p:nvPr/>
        </p:nvSpPr>
        <p:spPr>
          <a:xfrm>
            <a:off x="7004304" y="146304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69951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600" dirty="0"/>
          </a:p>
        </p:txBody>
      </p:sp>
      <p:sp>
        <p:nvSpPr>
          <p:cNvPr id="211" name="Shape 209"/>
          <p:cNvSpPr/>
          <p:nvPr/>
        </p:nvSpPr>
        <p:spPr>
          <a:xfrm>
            <a:off x="7004304" y="195681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99516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mTLS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600" dirty="0"/>
          </a:p>
        </p:txBody>
      </p:sp>
      <p:sp>
        <p:nvSpPr>
          <p:cNvPr id="213" name="Shape 211"/>
          <p:cNvSpPr/>
          <p:nvPr/>
        </p:nvSpPr>
        <p:spPr>
          <a:xfrm>
            <a:off x="7004304" y="2450592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9951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600" dirty="0"/>
          </a:p>
        </p:txBody>
      </p:sp>
      <p:sp>
        <p:nvSpPr>
          <p:cNvPr id="215" name="Shape 213"/>
          <p:cNvSpPr/>
          <p:nvPr/>
        </p:nvSpPr>
        <p:spPr>
          <a:xfrm>
            <a:off x="7004304" y="2944368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9951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</a:t>
            </a:r>
            <a:endParaRPr lang="en-US" sz="600" dirty="0"/>
          </a:p>
        </p:txBody>
      </p:sp>
      <p:sp>
        <p:nvSpPr>
          <p:cNvPr id="217" name="Shape 215"/>
          <p:cNvSpPr/>
          <p:nvPr/>
        </p:nvSpPr>
        <p:spPr>
          <a:xfrm>
            <a:off x="7004304" y="343814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699516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600" dirty="0"/>
          </a:p>
        </p:txBody>
      </p:sp>
      <p:sp>
        <p:nvSpPr>
          <p:cNvPr id="219" name="Shape 217"/>
          <p:cNvSpPr/>
          <p:nvPr/>
        </p:nvSpPr>
        <p:spPr>
          <a:xfrm>
            <a:off x="7004304" y="393192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69951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Mgmt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600" dirty="0"/>
          </a:p>
        </p:txBody>
      </p:sp>
      <p:sp>
        <p:nvSpPr>
          <p:cNvPr id="221" name="Shape 219"/>
          <p:cNvSpPr/>
          <p:nvPr/>
        </p:nvSpPr>
        <p:spPr>
          <a:xfrm>
            <a:off x="7004304" y="442569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E8B4FF">
                <a:alpha val="50000"/>
              </a:srgbClr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99516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E8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600" dirty="0"/>
          </a:p>
        </p:txBody>
      </p:sp>
      <p:sp>
        <p:nvSpPr>
          <p:cNvPr id="223" name="Shape 221"/>
          <p:cNvSpPr/>
          <p:nvPr/>
        </p:nvSpPr>
        <p:spPr>
          <a:xfrm>
            <a:off x="7534656" y="658368"/>
            <a:ext cx="512064" cy="4242816"/>
          </a:xfrm>
          <a:prstGeom prst="roundRect">
            <a:avLst>
              <a:gd name="adj" fmla="val 8929"/>
            </a:avLst>
          </a:prstGeom>
          <a:solidFill>
            <a:srgbClr val="0A3D1A"/>
          </a:solidFill>
          <a:ln w="6350">
            <a:solidFill>
              <a:srgbClr val="90EE90">
                <a:alpha val="4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534656" y="658368"/>
            <a:ext cx="512064" cy="292608"/>
          </a:xfrm>
          <a:prstGeom prst="roundRect">
            <a:avLst>
              <a:gd name="adj" fmla="val 15625"/>
            </a:avLst>
          </a:prstGeom>
          <a:solidFill>
            <a:srgbClr val="0A3D1A"/>
          </a:solidFill>
          <a:ln w="6350">
            <a:solidFill>
              <a:srgbClr val="90EE90">
                <a:alpha val="6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534656" y="822960"/>
            <a:ext cx="512064" cy="128016"/>
          </a:xfrm>
          <a:prstGeom prst="rect">
            <a:avLst/>
          </a:prstGeom>
          <a:solidFill>
            <a:srgbClr val="0A3D1A"/>
          </a:solidFill>
          <a:ln w="12700">
            <a:solidFill>
              <a:srgbClr val="0A3D1A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7534656" y="67665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GOVERN-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spc="30" kern="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7571232" y="96926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7562088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600" dirty="0"/>
          </a:p>
        </p:txBody>
      </p:sp>
      <p:sp>
        <p:nvSpPr>
          <p:cNvPr id="229" name="Shape 227"/>
          <p:cNvSpPr/>
          <p:nvPr/>
        </p:nvSpPr>
        <p:spPr>
          <a:xfrm>
            <a:off x="7571232" y="146304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756208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600" dirty="0"/>
          </a:p>
        </p:txBody>
      </p:sp>
      <p:sp>
        <p:nvSpPr>
          <p:cNvPr id="231" name="Shape 229"/>
          <p:cNvSpPr/>
          <p:nvPr/>
        </p:nvSpPr>
        <p:spPr>
          <a:xfrm>
            <a:off x="7571232" y="195681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7562088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600" dirty="0"/>
          </a:p>
        </p:txBody>
      </p:sp>
      <p:sp>
        <p:nvSpPr>
          <p:cNvPr id="233" name="Shape 231"/>
          <p:cNvSpPr/>
          <p:nvPr/>
        </p:nvSpPr>
        <p:spPr>
          <a:xfrm>
            <a:off x="7571232" y="2450592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7562088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00" dirty="0"/>
          </a:p>
        </p:txBody>
      </p:sp>
      <p:sp>
        <p:nvSpPr>
          <p:cNvPr id="235" name="Shape 233"/>
          <p:cNvSpPr/>
          <p:nvPr/>
        </p:nvSpPr>
        <p:spPr>
          <a:xfrm>
            <a:off x="7571232" y="2944368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756208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</a:t>
            </a:r>
            <a:endParaRPr lang="en-US" sz="600" dirty="0"/>
          </a:p>
        </p:txBody>
      </p:sp>
      <p:sp>
        <p:nvSpPr>
          <p:cNvPr id="237" name="Shape 235"/>
          <p:cNvSpPr/>
          <p:nvPr/>
        </p:nvSpPr>
        <p:spPr>
          <a:xfrm>
            <a:off x="7571232" y="343814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7562088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00" dirty="0"/>
          </a:p>
        </p:txBody>
      </p:sp>
      <p:sp>
        <p:nvSpPr>
          <p:cNvPr id="239" name="Shape 237"/>
          <p:cNvSpPr/>
          <p:nvPr/>
        </p:nvSpPr>
        <p:spPr>
          <a:xfrm>
            <a:off x="7571232" y="393192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756208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600" dirty="0"/>
          </a:p>
        </p:txBody>
      </p:sp>
      <p:sp>
        <p:nvSpPr>
          <p:cNvPr id="241" name="Shape 239"/>
          <p:cNvSpPr/>
          <p:nvPr/>
        </p:nvSpPr>
        <p:spPr>
          <a:xfrm>
            <a:off x="7571232" y="442569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90EE90">
                <a:alpha val="50000"/>
              </a:srgbClr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7562088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</a:t>
            </a:r>
            <a:endParaRPr lang="en-US" sz="600" dirty="0"/>
          </a:p>
        </p:txBody>
      </p:sp>
      <p:sp>
        <p:nvSpPr>
          <p:cNvPr id="243" name="Shape 241"/>
          <p:cNvSpPr/>
          <p:nvPr/>
        </p:nvSpPr>
        <p:spPr>
          <a:xfrm>
            <a:off x="8101584" y="658368"/>
            <a:ext cx="512064" cy="4242816"/>
          </a:xfrm>
          <a:prstGeom prst="roundRect">
            <a:avLst>
              <a:gd name="adj" fmla="val 8929"/>
            </a:avLst>
          </a:prstGeom>
          <a:solidFill>
            <a:srgbClr val="3D2200"/>
          </a:solidFill>
          <a:ln w="6350">
            <a:solidFill>
              <a:srgbClr val="FFD080">
                <a:alpha val="4000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101584" y="658368"/>
            <a:ext cx="512064" cy="292608"/>
          </a:xfrm>
          <a:prstGeom prst="roundRect">
            <a:avLst>
              <a:gd name="adj" fmla="val 15625"/>
            </a:avLst>
          </a:prstGeom>
          <a:solidFill>
            <a:srgbClr val="3D2200"/>
          </a:solidFill>
          <a:ln w="6350">
            <a:solidFill>
              <a:srgbClr val="FFD080">
                <a:alpha val="6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101584" y="822960"/>
            <a:ext cx="512064" cy="128016"/>
          </a:xfrm>
          <a:prstGeom prst="rect">
            <a:avLst/>
          </a:prstGeom>
          <a:solidFill>
            <a:srgbClr val="3D2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8101584" y="67665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COMPLI-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spc="30" kern="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</a:t>
            </a:r>
            <a:endParaRPr lang="en-US" sz="650" dirty="0"/>
          </a:p>
        </p:txBody>
      </p:sp>
      <p:sp>
        <p:nvSpPr>
          <p:cNvPr id="247" name="Shape 245"/>
          <p:cNvSpPr/>
          <p:nvPr/>
        </p:nvSpPr>
        <p:spPr>
          <a:xfrm>
            <a:off x="8138160" y="96926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8129016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600" dirty="0"/>
          </a:p>
        </p:txBody>
      </p:sp>
      <p:sp>
        <p:nvSpPr>
          <p:cNvPr id="249" name="Shape 247"/>
          <p:cNvSpPr/>
          <p:nvPr/>
        </p:nvSpPr>
        <p:spPr>
          <a:xfrm>
            <a:off x="8138160" y="146304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812901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600" dirty="0"/>
          </a:p>
        </p:txBody>
      </p:sp>
      <p:sp>
        <p:nvSpPr>
          <p:cNvPr id="251" name="Shape 249"/>
          <p:cNvSpPr/>
          <p:nvPr/>
        </p:nvSpPr>
        <p:spPr>
          <a:xfrm>
            <a:off x="8138160" y="195681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8129016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</a:t>
            </a:r>
            <a:endParaRPr lang="en-US" sz="600" dirty="0"/>
          </a:p>
        </p:txBody>
      </p:sp>
      <p:sp>
        <p:nvSpPr>
          <p:cNvPr id="253" name="Shape 251"/>
          <p:cNvSpPr/>
          <p:nvPr/>
        </p:nvSpPr>
        <p:spPr>
          <a:xfrm>
            <a:off x="8138160" y="2450592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8129016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</a:t>
            </a:r>
            <a:endParaRPr lang="en-US" sz="600" dirty="0"/>
          </a:p>
        </p:txBody>
      </p:sp>
      <p:sp>
        <p:nvSpPr>
          <p:cNvPr id="255" name="Shape 253"/>
          <p:cNvSpPr/>
          <p:nvPr/>
        </p:nvSpPr>
        <p:spPr>
          <a:xfrm>
            <a:off x="8138160" y="2944368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8129016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E /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B</a:t>
            </a:r>
            <a:endParaRPr lang="en-US" sz="600" dirty="0"/>
          </a:p>
        </p:txBody>
      </p:sp>
      <p:sp>
        <p:nvSpPr>
          <p:cNvPr id="257" name="Shape 255"/>
          <p:cNvSpPr/>
          <p:nvPr/>
        </p:nvSpPr>
        <p:spPr>
          <a:xfrm>
            <a:off x="8138160" y="343814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8129016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600" dirty="0"/>
          </a:p>
        </p:txBody>
      </p:sp>
      <p:sp>
        <p:nvSpPr>
          <p:cNvPr id="259" name="Shape 257"/>
          <p:cNvSpPr/>
          <p:nvPr/>
        </p:nvSpPr>
        <p:spPr>
          <a:xfrm>
            <a:off x="8138160" y="393192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8129016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RMF</a:t>
            </a:r>
            <a:endParaRPr lang="en-US" sz="600" dirty="0"/>
          </a:p>
        </p:txBody>
      </p:sp>
      <p:sp>
        <p:nvSpPr>
          <p:cNvPr id="261" name="Shape 259"/>
          <p:cNvSpPr/>
          <p:nvPr/>
        </p:nvSpPr>
        <p:spPr>
          <a:xfrm>
            <a:off x="8138160" y="442569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FFD080">
                <a:alpha val="50000"/>
              </a:srgbClr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8129016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600" dirty="0"/>
          </a:p>
        </p:txBody>
      </p:sp>
      <p:sp>
        <p:nvSpPr>
          <p:cNvPr id="263" name="Shape 261"/>
          <p:cNvSpPr/>
          <p:nvPr/>
        </p:nvSpPr>
        <p:spPr>
          <a:xfrm>
            <a:off x="8668512" y="658368"/>
            <a:ext cx="512064" cy="4242816"/>
          </a:xfrm>
          <a:prstGeom prst="roundRect">
            <a:avLst>
              <a:gd name="adj" fmla="val 8929"/>
            </a:avLst>
          </a:prstGeom>
          <a:solidFill>
            <a:srgbClr val="0A1A3A"/>
          </a:solidFill>
          <a:ln w="6350">
            <a:solidFill>
              <a:srgbClr val="80C8FF">
                <a:alpha val="4000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668512" y="658368"/>
            <a:ext cx="512064" cy="292608"/>
          </a:xfrm>
          <a:prstGeom prst="roundRect">
            <a:avLst>
              <a:gd name="adj" fmla="val 15625"/>
            </a:avLst>
          </a:prstGeom>
          <a:solidFill>
            <a:srgbClr val="0A1A3A"/>
          </a:solidFill>
          <a:ln w="6350">
            <a:solidFill>
              <a:srgbClr val="80C8FF">
                <a:alpha val="6000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668512" y="822960"/>
            <a:ext cx="512064" cy="128016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8668512" y="67665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OBSERV-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spc="30" kern="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8705088" y="96926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8695944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600" dirty="0"/>
          </a:p>
        </p:txBody>
      </p:sp>
      <p:sp>
        <p:nvSpPr>
          <p:cNvPr id="269" name="Shape 267"/>
          <p:cNvSpPr/>
          <p:nvPr/>
        </p:nvSpPr>
        <p:spPr>
          <a:xfrm>
            <a:off x="8705088" y="146304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86959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600" dirty="0"/>
          </a:p>
        </p:txBody>
      </p:sp>
      <p:sp>
        <p:nvSpPr>
          <p:cNvPr id="271" name="Shape 269"/>
          <p:cNvSpPr/>
          <p:nvPr/>
        </p:nvSpPr>
        <p:spPr>
          <a:xfrm>
            <a:off x="8705088" y="195681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8695944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600" dirty="0"/>
          </a:p>
        </p:txBody>
      </p:sp>
      <p:sp>
        <p:nvSpPr>
          <p:cNvPr id="273" name="Shape 271"/>
          <p:cNvSpPr/>
          <p:nvPr/>
        </p:nvSpPr>
        <p:spPr>
          <a:xfrm>
            <a:off x="8705088" y="2450592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8695944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600" dirty="0"/>
          </a:p>
        </p:txBody>
      </p:sp>
      <p:sp>
        <p:nvSpPr>
          <p:cNvPr id="275" name="Shape 273"/>
          <p:cNvSpPr/>
          <p:nvPr/>
        </p:nvSpPr>
        <p:spPr>
          <a:xfrm>
            <a:off x="8705088" y="2944368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8695944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600" dirty="0"/>
          </a:p>
        </p:txBody>
      </p:sp>
      <p:sp>
        <p:nvSpPr>
          <p:cNvPr id="277" name="Shape 275"/>
          <p:cNvSpPr/>
          <p:nvPr/>
        </p:nvSpPr>
        <p:spPr>
          <a:xfrm>
            <a:off x="8705088" y="3438144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8695944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600" dirty="0"/>
          </a:p>
        </p:txBody>
      </p:sp>
      <p:sp>
        <p:nvSpPr>
          <p:cNvPr id="279" name="Shape 277"/>
          <p:cNvSpPr/>
          <p:nvPr/>
        </p:nvSpPr>
        <p:spPr>
          <a:xfrm>
            <a:off x="8705088" y="3931920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8695944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600" dirty="0"/>
          </a:p>
        </p:txBody>
      </p:sp>
      <p:sp>
        <p:nvSpPr>
          <p:cNvPr id="281" name="Shape 279"/>
          <p:cNvSpPr/>
          <p:nvPr/>
        </p:nvSpPr>
        <p:spPr>
          <a:xfrm>
            <a:off x="8705088" y="4425696"/>
            <a:ext cx="438912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10000"/>
            </a:srgbClr>
          </a:solidFill>
          <a:ln w="3810">
            <a:solidFill>
              <a:srgbClr val="80C8FF">
                <a:alpha val="50000"/>
              </a:srgbClr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8695944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600" dirty="0"/>
          </a:p>
        </p:txBody>
      </p:sp>
      <p:sp>
        <p:nvSpPr>
          <p:cNvPr id="283" name="Shape 281"/>
          <p:cNvSpPr/>
          <p:nvPr/>
        </p:nvSpPr>
        <p:spPr>
          <a:xfrm>
            <a:off x="6912864" y="749808"/>
            <a:ext cx="54864" cy="4059936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6922008" y="822960"/>
            <a:ext cx="1828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6922008" y="1554480"/>
            <a:ext cx="1828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922008" y="2286000"/>
            <a:ext cx="1828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922008" y="2926080"/>
            <a:ext cx="1828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922008" y="3520440"/>
            <a:ext cx="1828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6922008" y="4069080"/>
            <a:ext cx="18288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0" y="4828032"/>
            <a:ext cx="9144000" cy="182880"/>
          </a:xfrm>
          <a:prstGeom prst="rect">
            <a:avLst/>
          </a:prstGeom>
          <a:solidFill>
            <a:srgbClr val="030810"/>
          </a:solidFill>
          <a:ln w="12700">
            <a:solidFill>
              <a:srgbClr val="03081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0" y="4828032"/>
            <a:ext cx="743712" cy="73152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Apps</a:t>
            </a:r>
            <a:endParaRPr lang="en-US" sz="550" dirty="0"/>
          </a:p>
        </p:txBody>
      </p:sp>
      <p:sp>
        <p:nvSpPr>
          <p:cNvPr id="293" name="Shape 291"/>
          <p:cNvSpPr/>
          <p:nvPr/>
        </p:nvSpPr>
        <p:spPr>
          <a:xfrm>
            <a:off x="762000" y="4828032"/>
            <a:ext cx="743712" cy="73152"/>
          </a:xfrm>
          <a:prstGeom prst="rect">
            <a:avLst/>
          </a:prstGeom>
          <a:solidFill>
            <a:srgbClr val="174E7A"/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762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Copilot</a:t>
            </a:r>
            <a:endParaRPr lang="en-US" sz="550" dirty="0"/>
          </a:p>
        </p:txBody>
      </p:sp>
      <p:sp>
        <p:nvSpPr>
          <p:cNvPr id="295" name="Shape 293"/>
          <p:cNvSpPr/>
          <p:nvPr/>
        </p:nvSpPr>
        <p:spPr>
          <a:xfrm>
            <a:off x="1524000" y="4828032"/>
            <a:ext cx="743712" cy="73152"/>
          </a:xfrm>
          <a:prstGeom prst="rect">
            <a:avLst/>
          </a:prstGeom>
          <a:solidFill>
            <a:srgbClr val="0A5230"/>
          </a:solidFill>
          <a:ln w="12700">
            <a:solidFill>
              <a:srgbClr val="0A5230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1524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550" dirty="0"/>
          </a:p>
        </p:txBody>
      </p:sp>
      <p:sp>
        <p:nvSpPr>
          <p:cNvPr id="297" name="Shape 295"/>
          <p:cNvSpPr/>
          <p:nvPr/>
        </p:nvSpPr>
        <p:spPr>
          <a:xfrm>
            <a:off x="2286000" y="4828032"/>
            <a:ext cx="743712" cy="73152"/>
          </a:xfrm>
          <a:prstGeom prst="rect">
            <a:avLst/>
          </a:prstGeom>
          <a:solidFill>
            <a:srgbClr val="38237A"/>
          </a:solidFill>
          <a:ln w="12700">
            <a:solidFill>
              <a:srgbClr val="38237A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2286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AI/ML/Graph</a:t>
            </a:r>
            <a:endParaRPr lang="en-US" sz="550" dirty="0"/>
          </a:p>
        </p:txBody>
      </p:sp>
      <p:sp>
        <p:nvSpPr>
          <p:cNvPr id="299" name="Shape 297"/>
          <p:cNvSpPr/>
          <p:nvPr/>
        </p:nvSpPr>
        <p:spPr>
          <a:xfrm>
            <a:off x="3048000" y="4828032"/>
            <a:ext cx="743712" cy="73152"/>
          </a:xfrm>
          <a:prstGeom prst="rect">
            <a:avLst/>
          </a:prstGeom>
          <a:solidFill>
            <a:srgbClr val="0A5C5C"/>
          </a:solidFill>
          <a:ln w="12700">
            <a:solidFill>
              <a:srgbClr val="0A5C5C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048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550" dirty="0"/>
          </a:p>
        </p:txBody>
      </p:sp>
      <p:sp>
        <p:nvSpPr>
          <p:cNvPr id="301" name="Shape 299"/>
          <p:cNvSpPr/>
          <p:nvPr/>
        </p:nvSpPr>
        <p:spPr>
          <a:xfrm>
            <a:off x="3810000" y="4828032"/>
            <a:ext cx="743712" cy="73152"/>
          </a:xfrm>
          <a:prstGeom prst="rect">
            <a:avLst/>
          </a:prstGeom>
          <a:solidFill>
            <a:srgbClr val="5A3010"/>
          </a:solidFill>
          <a:ln w="12700">
            <a:solidFill>
              <a:srgbClr val="5A3010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3810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</a:t>
            </a:r>
            <a:endParaRPr lang="en-US" sz="550" dirty="0"/>
          </a:p>
        </p:txBody>
      </p:sp>
      <p:sp>
        <p:nvSpPr>
          <p:cNvPr id="303" name="Shape 301"/>
          <p:cNvSpPr/>
          <p:nvPr/>
        </p:nvSpPr>
        <p:spPr>
          <a:xfrm>
            <a:off x="4572000" y="4828032"/>
            <a:ext cx="743712" cy="73152"/>
          </a:xfrm>
          <a:prstGeom prst="rect">
            <a:avLst/>
          </a:prstGeom>
          <a:solidFill>
            <a:srgbClr val="4A1E78"/>
          </a:solidFill>
          <a:ln w="12700">
            <a:solidFill>
              <a:srgbClr val="4A1E78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4572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550" dirty="0"/>
          </a:p>
        </p:txBody>
      </p:sp>
      <p:sp>
        <p:nvSpPr>
          <p:cNvPr id="305" name="Shape 303"/>
          <p:cNvSpPr/>
          <p:nvPr/>
        </p:nvSpPr>
        <p:spPr>
          <a:xfrm>
            <a:off x="5334000" y="4828032"/>
            <a:ext cx="743712" cy="73152"/>
          </a:xfrm>
          <a:prstGeom prst="rect">
            <a:avLst/>
          </a:prstGeom>
          <a:solidFill>
            <a:srgbClr val="0A3250"/>
          </a:solidFill>
          <a:ln w="12700">
            <a:solidFill>
              <a:srgbClr val="0A3250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5334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550" dirty="0"/>
          </a:p>
        </p:txBody>
      </p:sp>
      <p:sp>
        <p:nvSpPr>
          <p:cNvPr id="307" name="Shape 305"/>
          <p:cNvSpPr/>
          <p:nvPr/>
        </p:nvSpPr>
        <p:spPr>
          <a:xfrm>
            <a:off x="6096000" y="4828032"/>
            <a:ext cx="743712" cy="73152"/>
          </a:xfrm>
          <a:prstGeom prst="rect">
            <a:avLst/>
          </a:prstGeom>
          <a:solidFill>
            <a:srgbClr val="4A1060"/>
          </a:solidFill>
          <a:ln w="12700">
            <a:solidFill>
              <a:srgbClr val="4A1060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6096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550" dirty="0"/>
          </a:p>
        </p:txBody>
      </p:sp>
      <p:sp>
        <p:nvSpPr>
          <p:cNvPr id="309" name="Shape 307"/>
          <p:cNvSpPr/>
          <p:nvPr/>
        </p:nvSpPr>
        <p:spPr>
          <a:xfrm>
            <a:off x="6858000" y="4828032"/>
            <a:ext cx="743712" cy="73152"/>
          </a:xfrm>
          <a:prstGeom prst="rect">
            <a:avLst/>
          </a:prstGeom>
          <a:solidFill>
            <a:srgbClr val="0A3D1A"/>
          </a:solidFill>
          <a:ln w="12700">
            <a:solidFill>
              <a:srgbClr val="0A3D1A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6858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550" dirty="0"/>
          </a:p>
        </p:txBody>
      </p:sp>
      <p:sp>
        <p:nvSpPr>
          <p:cNvPr id="311" name="Shape 309"/>
          <p:cNvSpPr/>
          <p:nvPr/>
        </p:nvSpPr>
        <p:spPr>
          <a:xfrm>
            <a:off x="7620000" y="4828032"/>
            <a:ext cx="743712" cy="73152"/>
          </a:xfrm>
          <a:prstGeom prst="rect">
            <a:avLst/>
          </a:prstGeom>
          <a:solidFill>
            <a:srgbClr val="3D2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7620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550" dirty="0"/>
          </a:p>
        </p:txBody>
      </p:sp>
      <p:sp>
        <p:nvSpPr>
          <p:cNvPr id="313" name="Shape 311"/>
          <p:cNvSpPr/>
          <p:nvPr/>
        </p:nvSpPr>
        <p:spPr>
          <a:xfrm>
            <a:off x="8382000" y="4828032"/>
            <a:ext cx="743712" cy="73152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8382000" y="4901184"/>
            <a:ext cx="743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550" dirty="0"/>
          </a:p>
        </p:txBody>
      </p:sp>
      <p:sp>
        <p:nvSpPr>
          <p:cNvPr id="315" name="Shape 313"/>
          <p:cNvSpPr/>
          <p:nvPr/>
        </p:nvSpPr>
        <p:spPr>
          <a:xfrm>
            <a:off x="0" y="5020056"/>
            <a:ext cx="9144000" cy="118872"/>
          </a:xfrm>
          <a:prstGeom prst="rect">
            <a:avLst/>
          </a:prstGeom>
          <a:solidFill>
            <a:srgbClr val="020608"/>
          </a:solidFill>
          <a:ln w="12700">
            <a:solidFill>
              <a:srgbClr val="020608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0" y="5038344"/>
            <a:ext cx="9144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EXPRESS  ·  ENTERPRISE CUSTOMER INTELLIGENCE PLATFORM  ·  CONFIDENTIAL  ·  C360 PROGRAM  ·  Security · Governance · Compliance · Observability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2026-06-28T18:59:43Z</dcterms:created>
  <dcterms:modified xsi:type="dcterms:W3CDTF">2026-06-28T18:59:43Z</dcterms:modified>
</cp:coreProperties>
</file>