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0A14"/>
          </a:solidFill>
          <a:ln w="12700">
            <a:solidFill>
              <a:srgbClr val="04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548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CUSTOMER INTELLIGENCE PLATFORM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74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 ·  C360 Architecture  ·  Data → Ontology → Knowledge Graph → Intelligence → Decisions → Business Value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713232"/>
            <a:ext cx="8961120" cy="512064"/>
          </a:xfrm>
          <a:prstGeom prst="roundRect">
            <a:avLst>
              <a:gd name="adj" fmla="val 8929"/>
            </a:avLst>
          </a:prstGeom>
          <a:solidFill>
            <a:srgbClr val="0E2240"/>
          </a:solidFill>
          <a:ln w="7620">
            <a:solidFill>
              <a:srgbClr val="16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713232"/>
            <a:ext cx="1115568" cy="512064"/>
          </a:xfrm>
          <a:prstGeom prst="roundRect">
            <a:avLst>
              <a:gd name="adj" fmla="val 8929"/>
            </a:avLst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713232"/>
            <a:ext cx="91440" cy="512064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1323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261872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D3D6B">
              <a:alpha val="85000"/>
            </a:srgbClr>
          </a:solidFill>
          <a:ln w="6350">
            <a:solidFill>
              <a:srgbClr val="0D3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40941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0941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820010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6B1414">
              <a:alpha val="85000"/>
            </a:srgbClr>
          </a:solidFill>
          <a:ln w="6350">
            <a:solidFill>
              <a:srgbClr val="6B14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0010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599078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9078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78147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8147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157216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936285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36285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715354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5354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494422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4422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273491" y="758952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3250">
              <a:alpha val="85000"/>
            </a:srgbClr>
          </a:solidFill>
          <a:ln w="6350">
            <a:solidFill>
              <a:srgbClr val="0A32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3491" y="758952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1440" y="1280160"/>
            <a:ext cx="8961120" cy="512064"/>
          </a:xfrm>
          <a:prstGeom prst="roundRect">
            <a:avLst>
              <a:gd name="adj" fmla="val 8929"/>
            </a:avLst>
          </a:prstGeom>
          <a:solidFill>
            <a:srgbClr val="0A1E3C"/>
          </a:solidFill>
          <a:ln w="7620">
            <a:solidFill>
              <a:srgbClr val="162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" y="1280160"/>
            <a:ext cx="1115568" cy="512064"/>
          </a:xfrm>
          <a:prstGeom prst="roundRect">
            <a:avLst>
              <a:gd name="adj" fmla="val 8929"/>
            </a:avLst>
          </a:prstGeom>
          <a:solidFill>
            <a:srgbClr val="174E7A"/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5568" y="1280160"/>
            <a:ext cx="91440" cy="512064"/>
          </a:xfrm>
          <a:prstGeom prst="rect">
            <a:avLst/>
          </a:prstGeom>
          <a:solidFill>
            <a:srgbClr val="174E7A"/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" y="1280160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261872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61872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040941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6B1414">
              <a:alpha val="85000"/>
            </a:srgbClr>
          </a:solidFill>
          <a:ln w="6350">
            <a:solidFill>
              <a:srgbClr val="6B14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0941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820010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0010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599078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99078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378147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78147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157216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936285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36285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715354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15354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494422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D3D6B">
              <a:alpha val="85000"/>
            </a:srgbClr>
          </a:solidFill>
          <a:ln w="6350">
            <a:solidFill>
              <a:srgbClr val="0D3D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4422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273491" y="1325880"/>
            <a:ext cx="742493" cy="420624"/>
          </a:xfrm>
          <a:prstGeom prst="roundRect">
            <a:avLst>
              <a:gd name="adj" fmla="val 8696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3491" y="1325880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1440" y="1847088"/>
            <a:ext cx="8961120" cy="512064"/>
          </a:xfrm>
          <a:prstGeom prst="roundRect">
            <a:avLst>
              <a:gd name="adj" fmla="val 8929"/>
            </a:avLst>
          </a:prstGeom>
          <a:solidFill>
            <a:srgbClr val="081832"/>
          </a:solidFill>
          <a:ln w="7620">
            <a:solidFill>
              <a:srgbClr val="16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" y="1847088"/>
            <a:ext cx="1115568" cy="512064"/>
          </a:xfrm>
          <a:prstGeom prst="roundRect">
            <a:avLst>
              <a:gd name="adj" fmla="val 8929"/>
            </a:avLst>
          </a:prstGeom>
          <a:solidFill>
            <a:srgbClr val="0A5230"/>
          </a:solidFill>
          <a:ln w="12700">
            <a:solidFill>
              <a:srgbClr val="0A52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5568" y="1847088"/>
            <a:ext cx="91440" cy="512064"/>
          </a:xfrm>
          <a:prstGeom prst="rect">
            <a:avLst/>
          </a:prstGeom>
          <a:solidFill>
            <a:srgbClr val="0A5230"/>
          </a:solidFill>
          <a:ln w="12700">
            <a:solidFill>
              <a:srgbClr val="0A52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728" y="184708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261872" y="1892808"/>
            <a:ext cx="937260" cy="420624"/>
          </a:xfrm>
          <a:prstGeom prst="roundRect">
            <a:avLst>
              <a:gd name="adj" fmla="val 8696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61872" y="189280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235708" y="1892808"/>
            <a:ext cx="937260" cy="420624"/>
          </a:xfrm>
          <a:prstGeom prst="roundRect">
            <a:avLst>
              <a:gd name="adj" fmla="val 8696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35708" y="189280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209544" y="1892808"/>
            <a:ext cx="937260" cy="420624"/>
          </a:xfrm>
          <a:prstGeom prst="roundRect">
            <a:avLst>
              <a:gd name="adj" fmla="val 8696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9544" y="189280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/ NBO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183380" y="1892808"/>
            <a:ext cx="937260" cy="420624"/>
          </a:xfrm>
          <a:prstGeom prst="roundRect">
            <a:avLst>
              <a:gd name="adj" fmla="val 8696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83380" y="189280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157216" y="1892808"/>
            <a:ext cx="937260" cy="420624"/>
          </a:xfrm>
          <a:prstGeom prst="roundRect">
            <a:avLst>
              <a:gd name="adj" fmla="val 8696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57216" y="189280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131052" y="1892808"/>
            <a:ext cx="937260" cy="420624"/>
          </a:xfrm>
          <a:prstGeom prst="roundRect">
            <a:avLst>
              <a:gd name="adj" fmla="val 8696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31052" y="189280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7104888" y="1892808"/>
            <a:ext cx="937260" cy="420624"/>
          </a:xfrm>
          <a:prstGeom prst="roundRect">
            <a:avLst>
              <a:gd name="adj" fmla="val 8696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04888" y="189280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078724" y="1892808"/>
            <a:ext cx="937260" cy="420624"/>
          </a:xfrm>
          <a:prstGeom prst="roundRect">
            <a:avLst>
              <a:gd name="adj" fmla="val 8696"/>
            </a:avLst>
          </a:prstGeom>
          <a:solidFill>
            <a:srgbClr val="6B1414">
              <a:alpha val="85000"/>
            </a:srgbClr>
          </a:solidFill>
          <a:ln w="6350">
            <a:solidFill>
              <a:srgbClr val="6B141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78724" y="189280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91440" y="2414016"/>
            <a:ext cx="8961120" cy="566928"/>
          </a:xfrm>
          <a:prstGeom prst="roundRect">
            <a:avLst>
              <a:gd name="adj" fmla="val 8065"/>
            </a:avLst>
          </a:prstGeom>
          <a:solidFill>
            <a:srgbClr val="07152C"/>
          </a:solidFill>
          <a:ln w="7620">
            <a:solidFill>
              <a:srgbClr val="1628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440" y="2414016"/>
            <a:ext cx="1115568" cy="566928"/>
          </a:xfrm>
          <a:prstGeom prst="roundRect">
            <a:avLst>
              <a:gd name="adj" fmla="val 8065"/>
            </a:avLst>
          </a:prstGeom>
          <a:solidFill>
            <a:srgbClr val="38237A"/>
          </a:solidFill>
          <a:ln w="12700">
            <a:solidFill>
              <a:srgbClr val="3823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5568" y="2414016"/>
            <a:ext cx="91440" cy="566928"/>
          </a:xfrm>
          <a:prstGeom prst="rect">
            <a:avLst/>
          </a:prstGeom>
          <a:solidFill>
            <a:srgbClr val="38237A"/>
          </a:solidFill>
          <a:ln w="12700">
            <a:solidFill>
              <a:srgbClr val="3823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9728" y="2414016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261872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61872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2127504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6B1414">
              <a:alpha val="85000"/>
            </a:srgbClr>
          </a:solidFill>
          <a:ln w="6350">
            <a:solidFill>
              <a:srgbClr val="6B141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27504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993136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93136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858768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58768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724400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24400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590032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590032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455664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55664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7321296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21296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8186928" y="2459736"/>
            <a:ext cx="829056" cy="475488"/>
          </a:xfrm>
          <a:prstGeom prst="roundRect">
            <a:avLst>
              <a:gd name="adj" fmla="val 7692"/>
            </a:avLst>
          </a:prstGeom>
          <a:solidFill>
            <a:srgbClr val="0A3250">
              <a:alpha val="85000"/>
            </a:srgbClr>
          </a:solidFill>
          <a:ln w="6350">
            <a:solidFill>
              <a:srgbClr val="0A32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86928" y="2459736"/>
            <a:ext cx="82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91440" y="3035808"/>
            <a:ext cx="8961120" cy="512064"/>
          </a:xfrm>
          <a:prstGeom prst="roundRect">
            <a:avLst>
              <a:gd name="adj" fmla="val 8929"/>
            </a:avLst>
          </a:prstGeom>
          <a:solidFill>
            <a:srgbClr val="060F24"/>
          </a:solidFill>
          <a:ln w="7620">
            <a:solidFill>
              <a:srgbClr val="16284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1440" y="3035808"/>
            <a:ext cx="1115568" cy="512064"/>
          </a:xfrm>
          <a:prstGeom prst="roundRect">
            <a:avLst>
              <a:gd name="adj" fmla="val 8929"/>
            </a:avLst>
          </a:prstGeom>
          <a:solidFill>
            <a:srgbClr val="0A5C5C"/>
          </a:solidFill>
          <a:ln w="12700">
            <a:solidFill>
              <a:srgbClr val="0A5C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15568" y="3035808"/>
            <a:ext cx="91440" cy="512064"/>
          </a:xfrm>
          <a:prstGeom prst="rect">
            <a:avLst/>
          </a:prstGeom>
          <a:solidFill>
            <a:srgbClr val="0A5C5C"/>
          </a:solidFill>
          <a:ln w="12700">
            <a:solidFill>
              <a:srgbClr val="0A5C5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9728" y="303580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261872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D3D6B">
              <a:alpha val="85000"/>
            </a:srgbClr>
          </a:solidFill>
          <a:ln w="6350">
            <a:solidFill>
              <a:srgbClr val="0D3D6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261872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040941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040941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2820010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820010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99078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599078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4378147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78147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5157216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57216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936285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936285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6715354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715354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494422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0D3D6B">
              <a:alpha val="85000"/>
            </a:srgbClr>
          </a:solidFill>
          <a:ln w="6350">
            <a:solidFill>
              <a:srgbClr val="0D3D6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494422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8273491" y="3081528"/>
            <a:ext cx="742493" cy="420624"/>
          </a:xfrm>
          <a:prstGeom prst="roundRect">
            <a:avLst>
              <a:gd name="adj" fmla="val 8696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273491" y="3081528"/>
            <a:ext cx="7424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91440" y="3602736"/>
            <a:ext cx="8961120" cy="457200"/>
          </a:xfrm>
          <a:prstGeom prst="roundRect">
            <a:avLst>
              <a:gd name="adj" fmla="val 10000"/>
            </a:avLst>
          </a:prstGeom>
          <a:solidFill>
            <a:srgbClr val="050D1E"/>
          </a:solidFill>
          <a:ln w="7620">
            <a:solidFill>
              <a:srgbClr val="16284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1440" y="3602736"/>
            <a:ext cx="1115568" cy="457200"/>
          </a:xfrm>
          <a:prstGeom prst="roundRect">
            <a:avLst>
              <a:gd name="adj" fmla="val 10000"/>
            </a:avLst>
          </a:prstGeom>
          <a:solidFill>
            <a:srgbClr val="5A3010"/>
          </a:solidFill>
          <a:ln w="12700">
            <a:solidFill>
              <a:srgbClr val="5A301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15568" y="3602736"/>
            <a:ext cx="91440" cy="457200"/>
          </a:xfrm>
          <a:prstGeom prst="rect">
            <a:avLst/>
          </a:prstGeom>
          <a:solidFill>
            <a:srgbClr val="5A3010"/>
          </a:solidFill>
          <a:ln w="12700">
            <a:solidFill>
              <a:srgbClr val="5A301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9728" y="3602736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261872" y="3648456"/>
            <a:ext cx="1076379" cy="365760"/>
          </a:xfrm>
          <a:prstGeom prst="roundRect">
            <a:avLst>
              <a:gd name="adj" fmla="val 10000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261872" y="3648456"/>
            <a:ext cx="1076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2374827" y="3648456"/>
            <a:ext cx="1076379" cy="365760"/>
          </a:xfrm>
          <a:prstGeom prst="roundRect">
            <a:avLst>
              <a:gd name="adj" fmla="val 10000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374827" y="3648456"/>
            <a:ext cx="1076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3487783" y="3648456"/>
            <a:ext cx="1076379" cy="365760"/>
          </a:xfrm>
          <a:prstGeom prst="roundRect">
            <a:avLst>
              <a:gd name="adj" fmla="val 10000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487783" y="3648456"/>
            <a:ext cx="1076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4600738" y="3648456"/>
            <a:ext cx="1076379" cy="365760"/>
          </a:xfrm>
          <a:prstGeom prst="roundRect">
            <a:avLst>
              <a:gd name="adj" fmla="val 10000"/>
            </a:avLst>
          </a:prstGeom>
          <a:solidFill>
            <a:srgbClr val="6B1414">
              <a:alpha val="85000"/>
            </a:srgbClr>
          </a:solidFill>
          <a:ln w="6350">
            <a:solidFill>
              <a:srgbClr val="6B141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600738" y="3648456"/>
            <a:ext cx="1076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5713694" y="3648456"/>
            <a:ext cx="1076379" cy="365760"/>
          </a:xfrm>
          <a:prstGeom prst="roundRect">
            <a:avLst>
              <a:gd name="adj" fmla="val 10000"/>
            </a:avLst>
          </a:prstGeom>
          <a:solidFill>
            <a:srgbClr val="D4A017">
              <a:alpha val="85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713694" y="3648456"/>
            <a:ext cx="1076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6826649" y="3648456"/>
            <a:ext cx="1076379" cy="365760"/>
          </a:xfrm>
          <a:prstGeom prst="roundRect">
            <a:avLst>
              <a:gd name="adj" fmla="val 10000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826649" y="3648456"/>
            <a:ext cx="1076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7939605" y="3648456"/>
            <a:ext cx="1076379" cy="365760"/>
          </a:xfrm>
          <a:prstGeom prst="roundRect">
            <a:avLst>
              <a:gd name="adj" fmla="val 10000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939605" y="3648456"/>
            <a:ext cx="1076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Householding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91440" y="4114800"/>
            <a:ext cx="8961120" cy="438912"/>
          </a:xfrm>
          <a:prstGeom prst="roundRect">
            <a:avLst>
              <a:gd name="adj" fmla="val 10417"/>
            </a:avLst>
          </a:prstGeom>
          <a:solidFill>
            <a:srgbClr val="040B1A"/>
          </a:solidFill>
          <a:ln w="7620">
            <a:solidFill>
              <a:srgbClr val="16284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440" y="4114800"/>
            <a:ext cx="1115568" cy="438912"/>
          </a:xfrm>
          <a:prstGeom prst="roundRect">
            <a:avLst>
              <a:gd name="adj" fmla="val 10417"/>
            </a:avLst>
          </a:prstGeom>
          <a:solidFill>
            <a:srgbClr val="4A1E78"/>
          </a:solidFill>
          <a:ln w="12700">
            <a:solidFill>
              <a:srgbClr val="4A1E7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115568" y="4114800"/>
            <a:ext cx="91440" cy="438912"/>
          </a:xfrm>
          <a:prstGeom prst="rect">
            <a:avLst/>
          </a:prstGeom>
          <a:solidFill>
            <a:srgbClr val="4A1E78"/>
          </a:solidFill>
          <a:ln w="12700">
            <a:solidFill>
              <a:srgbClr val="4A1E7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9728" y="4114800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1261872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4A1E78">
              <a:alpha val="85000"/>
            </a:srgbClr>
          </a:solidFill>
          <a:ln w="6350">
            <a:solidFill>
              <a:srgbClr val="4A1E7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261872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1970116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4A1E78">
              <a:alpha val="85000"/>
            </a:srgbClr>
          </a:solidFill>
          <a:ln w="6350">
            <a:solidFill>
              <a:srgbClr val="4A1E7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970116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2678361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4A1E78">
              <a:alpha val="85000"/>
            </a:srgbClr>
          </a:solidFill>
          <a:ln w="6350">
            <a:solidFill>
              <a:srgbClr val="4A1E7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678361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3386605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4A1E78">
              <a:alpha val="85000"/>
            </a:srgbClr>
          </a:solidFill>
          <a:ln w="6350">
            <a:solidFill>
              <a:srgbClr val="4A1E7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386605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094849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0D3D6B">
              <a:alpha val="85000"/>
            </a:srgbClr>
          </a:solidFill>
          <a:ln w="6350">
            <a:solidFill>
              <a:srgbClr val="0D3D6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094849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4803094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803094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5511338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4A1E78">
              <a:alpha val="85000"/>
            </a:srgbClr>
          </a:solidFill>
          <a:ln w="6350">
            <a:solidFill>
              <a:srgbClr val="4A1E7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511338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6219583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6B1414">
              <a:alpha val="85000"/>
            </a:srgbClr>
          </a:solidFill>
          <a:ln w="6350">
            <a:solidFill>
              <a:srgbClr val="6B141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219583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6927827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0A5230">
              <a:alpha val="85000"/>
            </a:srgbClr>
          </a:solidFill>
          <a:ln w="6350">
            <a:solidFill>
              <a:srgbClr val="0A523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927827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7636071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636071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8344316" y="4160520"/>
            <a:ext cx="671668" cy="347472"/>
          </a:xfrm>
          <a:prstGeom prst="roundRect">
            <a:avLst>
              <a:gd name="adj" fmla="val 10526"/>
            </a:avLst>
          </a:prstGeom>
          <a:solidFill>
            <a:srgbClr val="0A3250">
              <a:alpha val="85000"/>
            </a:srgbClr>
          </a:solidFill>
          <a:ln w="6350">
            <a:solidFill>
              <a:srgbClr val="0A325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344316" y="4160520"/>
            <a:ext cx="671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91440" y="4608576"/>
            <a:ext cx="8961120" cy="402336"/>
          </a:xfrm>
          <a:prstGeom prst="roundRect">
            <a:avLst>
              <a:gd name="adj" fmla="val 11364"/>
            </a:avLst>
          </a:prstGeom>
          <a:solidFill>
            <a:srgbClr val="030910"/>
          </a:solidFill>
          <a:ln w="7620">
            <a:solidFill>
              <a:srgbClr val="16284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1440" y="4608576"/>
            <a:ext cx="1115568" cy="402336"/>
          </a:xfrm>
          <a:prstGeom prst="roundRect">
            <a:avLst>
              <a:gd name="adj" fmla="val 11364"/>
            </a:avLst>
          </a:prstGeom>
          <a:solidFill>
            <a:srgbClr val="0A3250"/>
          </a:solidFill>
          <a:ln w="12700">
            <a:solidFill>
              <a:srgbClr val="0A325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15568" y="4608576"/>
            <a:ext cx="91440" cy="402336"/>
          </a:xfrm>
          <a:prstGeom prst="rect">
            <a:avLst/>
          </a:prstGeom>
          <a:solidFill>
            <a:srgbClr val="0A3250"/>
          </a:solidFill>
          <a:ln w="12700">
            <a:solidFill>
              <a:srgbClr val="0A325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09728" y="460857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1261872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0A3250">
              <a:alpha val="85000"/>
            </a:srgbClr>
          </a:solidFill>
          <a:ln w="6350">
            <a:solidFill>
              <a:srgbClr val="0A325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261872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970116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0D3D6B">
              <a:alpha val="85000"/>
            </a:srgbClr>
          </a:solidFill>
          <a:ln w="6350">
            <a:solidFill>
              <a:srgbClr val="0D3D6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970116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2678361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0D3D6B">
              <a:alpha val="85000"/>
            </a:srgbClr>
          </a:solidFill>
          <a:ln w="6350">
            <a:solidFill>
              <a:srgbClr val="0D3D6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678361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3386605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174E7A">
              <a:alpha val="85000"/>
            </a:srgbClr>
          </a:solidFill>
          <a:ln w="6350">
            <a:solidFill>
              <a:srgbClr val="174E7A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386605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4094849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094849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4803094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0A3250">
              <a:alpha val="85000"/>
            </a:srgbClr>
          </a:solidFill>
          <a:ln w="6350">
            <a:solidFill>
              <a:srgbClr val="0A325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803094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5511338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0A3250">
              <a:alpha val="85000"/>
            </a:srgbClr>
          </a:solidFill>
          <a:ln w="6350">
            <a:solidFill>
              <a:srgbClr val="0A325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511338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6219583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5A3010">
              <a:alpha val="85000"/>
            </a:srgbClr>
          </a:solidFill>
          <a:ln w="6350">
            <a:solidFill>
              <a:srgbClr val="5A301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219583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6927827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6B1414">
              <a:alpha val="85000"/>
            </a:srgbClr>
          </a:solidFill>
          <a:ln w="6350">
            <a:solidFill>
              <a:srgbClr val="6B1414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927827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7636071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0A5C5C">
              <a:alpha val="85000"/>
            </a:srgbClr>
          </a:solidFill>
          <a:ln w="6350">
            <a:solidFill>
              <a:srgbClr val="0A5C5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636071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8344316" y="4654296"/>
            <a:ext cx="671668" cy="310896"/>
          </a:xfrm>
          <a:prstGeom prst="roundRect">
            <a:avLst>
              <a:gd name="adj" fmla="val 11765"/>
            </a:avLst>
          </a:prstGeom>
          <a:solidFill>
            <a:srgbClr val="38237A">
              <a:alpha val="85000"/>
            </a:srgbClr>
          </a:solidFill>
          <a:ln w="6350">
            <a:solidFill>
              <a:srgbClr val="38237A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344316" y="4654296"/>
            <a:ext cx="67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4443984" y="1225296"/>
            <a:ext cx="256032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10800000">
            <a:off x="4407408" y="1207008"/>
            <a:ext cx="329184" cy="109728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443984" y="1792224"/>
            <a:ext cx="256032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10800000">
            <a:off x="4407408" y="1773936"/>
            <a:ext cx="329184" cy="109728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443984" y="2359152"/>
            <a:ext cx="256032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10800000">
            <a:off x="4407408" y="2340864"/>
            <a:ext cx="329184" cy="109728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443984" y="2980944"/>
            <a:ext cx="256032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10800000">
            <a:off x="4407408" y="2962656"/>
            <a:ext cx="329184" cy="109728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443984" y="3547872"/>
            <a:ext cx="256032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10800000">
            <a:off x="4407408" y="3529584"/>
            <a:ext cx="329184" cy="109728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443984" y="4059936"/>
            <a:ext cx="256032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10800000">
            <a:off x="4407408" y="4041648"/>
            <a:ext cx="329184" cy="109728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443984" y="4553712"/>
            <a:ext cx="256032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10800000">
            <a:off x="4407408" y="4535424"/>
            <a:ext cx="329184" cy="109728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0" y="5020056"/>
            <a:ext cx="9144000" cy="118872"/>
          </a:xfrm>
          <a:prstGeom prst="rect">
            <a:avLst/>
          </a:prstGeom>
          <a:solidFill>
            <a:srgbClr val="020608"/>
          </a:solidFill>
          <a:ln w="12700">
            <a:solidFill>
              <a:srgbClr val="020608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0" y="5029200"/>
            <a:ext cx="9144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 ·  ENTERPRISE CUSTOMER INTELLIGENCE PLATFORM  ·  CONFIDENTIAL  ·  C360 PROGRAM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2026-06-28T18:42:30Z</dcterms:created>
  <dcterms:modified xsi:type="dcterms:W3CDTF">2026-06-28T18:42:30Z</dcterms:modified>
</cp:coreProperties>
</file>